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60" r:id="rId2"/>
  </p:sldMasterIdLst>
  <p:notesMasterIdLst>
    <p:notesMasterId r:id="rId4"/>
  </p:notesMasterIdLst>
  <p:handoutMasterIdLst>
    <p:handoutMasterId r:id="rId5"/>
  </p:handoutMasterIdLst>
  <p:sldIdLst>
    <p:sldId id="257" r:id="rId3"/>
  </p:sldIdLst>
  <p:sldSz cx="21388388" cy="30275213"/>
  <p:notesSz cx="6858000" cy="9144000"/>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guide id="6" pos="273" userDrawn="1">
          <p15:clr>
            <a:srgbClr val="A4A3A4"/>
          </p15:clr>
        </p15:guide>
        <p15:guide id="7" pos="132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30" autoAdjust="0"/>
    <p:restoredTop sz="94631" autoAdjust="0"/>
  </p:normalViewPr>
  <p:slideViewPr>
    <p:cSldViewPr snapToGrid="0" snapToObjects="1" showGuides="1">
      <p:cViewPr varScale="1">
        <p:scale>
          <a:sx n="24" d="100"/>
          <a:sy n="24" d="100"/>
        </p:scale>
        <p:origin x="2924" y="120"/>
      </p:cViewPr>
      <p:guideLst>
        <p:guide orient="horz" pos="265"/>
        <p:guide orient="horz" pos="18541"/>
        <p:guide pos="13191"/>
        <p:guide pos="273"/>
        <p:guide pos="1320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commentAuthors" Target="commentAuthors.xml"/><Relationship Id="rId11" Type="http://schemas.microsoft.com/office/2016/11/relationships/changesInfo" Target="changesInfos/changesInfo1.xml"/><Relationship Id="rId5" Type="http://schemas.openxmlformats.org/officeDocument/2006/relationships/handoutMaster" Target="handoutMasters/handoutMaster1.xml"/><Relationship Id="rId10" Type="http://schemas.openxmlformats.org/officeDocument/2006/relationships/tableStyles" Target="tableStyles.xml"/><Relationship Id="rId4" Type="http://schemas.openxmlformats.org/officeDocument/2006/relationships/notesMaster" Target="notesMasters/notes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영준 이" userId="287c33588f10bc37" providerId="LiveId" clId="{84429097-6484-491E-88F8-A850E9BB5E36}"/>
    <pc:docChg chg="custSel modSld">
      <pc:chgData name="영준 이" userId="287c33588f10bc37" providerId="LiveId" clId="{84429097-6484-491E-88F8-A850E9BB5E36}" dt="2025-07-31T05:57:50.870" v="198"/>
      <pc:docMkLst>
        <pc:docMk/>
      </pc:docMkLst>
      <pc:sldChg chg="delSp modSp mod">
        <pc:chgData name="영준 이" userId="287c33588f10bc37" providerId="LiveId" clId="{84429097-6484-491E-88F8-A850E9BB5E36}" dt="2025-07-31T05:57:50.870" v="198"/>
        <pc:sldMkLst>
          <pc:docMk/>
          <pc:sldMk cId="3742088974" sldId="257"/>
        </pc:sldMkLst>
      </pc:sldChg>
    </pc:docChg>
  </pc:docChgLst>
  <pc:docChgLst>
    <pc:chgData name="영준 이" userId="287c33588f10bc37" providerId="LiveId" clId="{760CFEC8-3E5B-439B-B5EE-09EE7E4C92B7}"/>
    <pc:docChg chg="undo custSel modSld">
      <pc:chgData name="영준 이" userId="287c33588f10bc37" providerId="LiveId" clId="{760CFEC8-3E5B-439B-B5EE-09EE7E4C92B7}" dt="2025-07-28T14:47:35.652" v="6798" actId="1076"/>
      <pc:docMkLst>
        <pc:docMk/>
      </pc:docMkLst>
      <pc:sldChg chg="addSp delSp modSp mod">
        <pc:chgData name="영준 이" userId="287c33588f10bc37" providerId="LiveId" clId="{760CFEC8-3E5B-439B-B5EE-09EE7E4C92B7}" dt="2025-07-28T14:47:35.652" v="6798" actId="1076"/>
        <pc:sldMkLst>
          <pc:docMk/>
          <pc:sldMk cId="3742088974" sldId="257"/>
        </pc:sldMkLst>
      </pc:sldChg>
    </pc:docChg>
  </pc:docChgLst>
  <pc:docChgLst>
    <pc:chgData name="영준 이" userId="287c33588f10bc37" providerId="LiveId" clId="{116BC055-0A9C-42A9-9363-A0CEEAF6CC76}"/>
    <pc:docChg chg="undo custSel modSld">
      <pc:chgData name="영준 이" userId="287c33588f10bc37" providerId="LiveId" clId="{116BC055-0A9C-42A9-9363-A0CEEAF6CC76}" dt="2025-10-31T06:13:17.926" v="3691" actId="1036"/>
      <pc:docMkLst>
        <pc:docMk/>
      </pc:docMkLst>
      <pc:sldChg chg="addSp delSp modSp mod">
        <pc:chgData name="영준 이" userId="287c33588f10bc37" providerId="LiveId" clId="{116BC055-0A9C-42A9-9363-A0CEEAF6CC76}" dt="2025-10-31T06:13:17.926" v="3691" actId="1036"/>
        <pc:sldMkLst>
          <pc:docMk/>
          <pc:sldMk cId="3742088974" sldId="257"/>
        </pc:sldMkLst>
        <pc:spChg chg="mod">
          <ac:chgData name="영준 이" userId="287c33588f10bc37" providerId="LiveId" clId="{116BC055-0A9C-42A9-9363-A0CEEAF6CC76}" dt="2025-10-31T06:12:48.458" v="3656" actId="1036"/>
          <ac:spMkLst>
            <pc:docMk/>
            <pc:sldMk cId="3742088974" sldId="257"/>
            <ac:spMk id="3" creationId="{DAB4808E-8A3B-14CB-C2C1-0E37C4AD42F0}"/>
          </ac:spMkLst>
        </pc:spChg>
        <pc:spChg chg="add mod">
          <ac:chgData name="영준 이" userId="287c33588f10bc37" providerId="LiveId" clId="{116BC055-0A9C-42A9-9363-A0CEEAF6CC76}" dt="2025-10-31T03:28:38.918" v="2308" actId="20577"/>
          <ac:spMkLst>
            <pc:docMk/>
            <pc:sldMk cId="3742088974" sldId="257"/>
            <ac:spMk id="4" creationId="{1A7A00BB-200D-9C36-97EC-5B1ED5688D4F}"/>
          </ac:spMkLst>
        </pc:spChg>
        <pc:spChg chg="del">
          <ac:chgData name="영준 이" userId="287c33588f10bc37" providerId="LiveId" clId="{116BC055-0A9C-42A9-9363-A0CEEAF6CC76}" dt="2025-10-30T09:05:52.195" v="1359" actId="478"/>
          <ac:spMkLst>
            <pc:docMk/>
            <pc:sldMk cId="3742088974" sldId="257"/>
            <ac:spMk id="4" creationId="{6387A253-2013-F4A6-0DE0-F4A07C1B6557}"/>
          </ac:spMkLst>
        </pc:spChg>
        <pc:spChg chg="del">
          <ac:chgData name="영준 이" userId="287c33588f10bc37" providerId="LiveId" clId="{116BC055-0A9C-42A9-9363-A0CEEAF6CC76}" dt="2025-10-30T09:06:14.014" v="1363" actId="478"/>
          <ac:spMkLst>
            <pc:docMk/>
            <pc:sldMk cId="3742088974" sldId="257"/>
            <ac:spMk id="5" creationId="{21559278-964C-2054-02DC-FD72742DB853}"/>
          </ac:spMkLst>
        </pc:spChg>
        <pc:spChg chg="add">
          <ac:chgData name="영준 이" userId="287c33588f10bc37" providerId="LiveId" clId="{116BC055-0A9C-42A9-9363-A0CEEAF6CC76}" dt="2025-10-31T03:25:48.927" v="2272"/>
          <ac:spMkLst>
            <pc:docMk/>
            <pc:sldMk cId="3742088974" sldId="257"/>
            <ac:spMk id="6" creationId="{35CA09BA-F821-D91D-F1CB-AFCA4A324E21}"/>
          </ac:spMkLst>
        </pc:spChg>
        <pc:spChg chg="del">
          <ac:chgData name="영준 이" userId="287c33588f10bc37" providerId="LiveId" clId="{116BC055-0A9C-42A9-9363-A0CEEAF6CC76}" dt="2025-10-30T09:06:19.185" v="1366" actId="478"/>
          <ac:spMkLst>
            <pc:docMk/>
            <pc:sldMk cId="3742088974" sldId="257"/>
            <ac:spMk id="6" creationId="{8A2CD10F-0CAC-60F2-669F-12E6CC9249C0}"/>
          </ac:spMkLst>
        </pc:spChg>
        <pc:spChg chg="add mod">
          <ac:chgData name="영준 이" userId="287c33588f10bc37" providerId="LiveId" clId="{116BC055-0A9C-42A9-9363-A0CEEAF6CC76}" dt="2025-10-30T09:05:53.981" v="1360"/>
          <ac:spMkLst>
            <pc:docMk/>
            <pc:sldMk cId="3742088974" sldId="257"/>
            <ac:spMk id="7" creationId="{09857573-29BD-7136-B315-9B74D3E94C42}"/>
          </ac:spMkLst>
        </pc:spChg>
        <pc:spChg chg="add mod">
          <ac:chgData name="영준 이" userId="287c33588f10bc37" providerId="LiveId" clId="{116BC055-0A9C-42A9-9363-A0CEEAF6CC76}" dt="2025-10-31T03:25:58.146" v="2275" actId="14100"/>
          <ac:spMkLst>
            <pc:docMk/>
            <pc:sldMk cId="3742088974" sldId="257"/>
            <ac:spMk id="7" creationId="{543F0C3B-72EE-8B24-65E2-5A67E2FBCF4B}"/>
          </ac:spMkLst>
        </pc:spChg>
        <pc:spChg chg="add mod">
          <ac:chgData name="영준 이" userId="287c33588f10bc37" providerId="LiveId" clId="{116BC055-0A9C-42A9-9363-A0CEEAF6CC76}" dt="2025-10-31T06:12:48.458" v="3656" actId="1036"/>
          <ac:spMkLst>
            <pc:docMk/>
            <pc:sldMk cId="3742088974" sldId="257"/>
            <ac:spMk id="9" creationId="{128189F0-298C-B58A-97BC-A74D326DA80B}"/>
          </ac:spMkLst>
        </pc:spChg>
        <pc:spChg chg="add del mod">
          <ac:chgData name="영준 이" userId="287c33588f10bc37" providerId="LiveId" clId="{116BC055-0A9C-42A9-9363-A0CEEAF6CC76}" dt="2025-10-31T03:26:06.683" v="2277" actId="478"/>
          <ac:spMkLst>
            <pc:docMk/>
            <pc:sldMk cId="3742088974" sldId="257"/>
            <ac:spMk id="10" creationId="{2890EC07-D54C-D02E-D600-248BD9C28A08}"/>
          </ac:spMkLst>
        </pc:spChg>
        <pc:spChg chg="add mod">
          <ac:chgData name="영준 이" userId="287c33588f10bc37" providerId="LiveId" clId="{116BC055-0A9C-42A9-9363-A0CEEAF6CC76}" dt="2025-10-30T16:10:59.853" v="2237" actId="1036"/>
          <ac:spMkLst>
            <pc:docMk/>
            <pc:sldMk cId="3742088974" sldId="257"/>
            <ac:spMk id="11" creationId="{1F24CC0B-6DD9-A328-C2CB-DB0BD4B6670D}"/>
          </ac:spMkLst>
        </pc:spChg>
        <pc:spChg chg="add mod">
          <ac:chgData name="영준 이" userId="287c33588f10bc37" providerId="LiveId" clId="{116BC055-0A9C-42A9-9363-A0CEEAF6CC76}" dt="2025-10-31T06:12:48.458" v="3656" actId="1036"/>
          <ac:spMkLst>
            <pc:docMk/>
            <pc:sldMk cId="3742088974" sldId="257"/>
            <ac:spMk id="14" creationId="{54D96DBD-37AC-69EF-05CA-4E4E176BB93F}"/>
          </ac:spMkLst>
        </pc:spChg>
        <pc:spChg chg="add mod">
          <ac:chgData name="영준 이" userId="287c33588f10bc37" providerId="LiveId" clId="{116BC055-0A9C-42A9-9363-A0CEEAF6CC76}" dt="2025-10-31T06:12:48.458" v="3656" actId="1036"/>
          <ac:spMkLst>
            <pc:docMk/>
            <pc:sldMk cId="3742088974" sldId="257"/>
            <ac:spMk id="15" creationId="{09518C5C-CC92-6BEC-D397-E8CB2CDC7952}"/>
          </ac:spMkLst>
        </pc:spChg>
        <pc:spChg chg="add mod">
          <ac:chgData name="영준 이" userId="287c33588f10bc37" providerId="LiveId" clId="{116BC055-0A9C-42A9-9363-A0CEEAF6CC76}" dt="2025-10-30T16:10:46.841" v="2220" actId="1076"/>
          <ac:spMkLst>
            <pc:docMk/>
            <pc:sldMk cId="3742088974" sldId="257"/>
            <ac:spMk id="16" creationId="{61BCA6F1-99FD-A568-B4AA-98A394864005}"/>
          </ac:spMkLst>
        </pc:spChg>
        <pc:spChg chg="add mod">
          <ac:chgData name="영준 이" userId="287c33588f10bc37" providerId="LiveId" clId="{116BC055-0A9C-42A9-9363-A0CEEAF6CC76}" dt="2025-10-30T16:10:59.853" v="2237" actId="1036"/>
          <ac:spMkLst>
            <pc:docMk/>
            <pc:sldMk cId="3742088974" sldId="257"/>
            <ac:spMk id="17" creationId="{AF4D3805-57F2-25BD-EB69-26E0BD18C2BC}"/>
          </ac:spMkLst>
        </pc:spChg>
        <pc:spChg chg="add mod">
          <ac:chgData name="영준 이" userId="287c33588f10bc37" providerId="LiveId" clId="{116BC055-0A9C-42A9-9363-A0CEEAF6CC76}" dt="2025-10-31T06:12:48.458" v="3656" actId="1036"/>
          <ac:spMkLst>
            <pc:docMk/>
            <pc:sldMk cId="3742088974" sldId="257"/>
            <ac:spMk id="18" creationId="{968CB4B1-EBE4-A05D-CF89-8D7896BBC8BD}"/>
          </ac:spMkLst>
        </pc:spChg>
        <pc:spChg chg="add mod">
          <ac:chgData name="영준 이" userId="287c33588f10bc37" providerId="LiveId" clId="{116BC055-0A9C-42A9-9363-A0CEEAF6CC76}" dt="2025-10-30T09:05:53.981" v="1360"/>
          <ac:spMkLst>
            <pc:docMk/>
            <pc:sldMk cId="3742088974" sldId="257"/>
            <ac:spMk id="19" creationId="{79938F62-44E6-1276-E008-8D440388420F}"/>
          </ac:spMkLst>
        </pc:spChg>
        <pc:spChg chg="add mod">
          <ac:chgData name="영준 이" userId="287c33588f10bc37" providerId="LiveId" clId="{116BC055-0A9C-42A9-9363-A0CEEAF6CC76}" dt="2025-10-31T03:27:23.132" v="2285"/>
          <ac:spMkLst>
            <pc:docMk/>
            <pc:sldMk cId="3742088974" sldId="257"/>
            <ac:spMk id="20" creationId="{80012D5E-25A0-7FB0-1CB9-D2F1CFE3A4BA}"/>
          </ac:spMkLst>
        </pc:spChg>
        <pc:spChg chg="add mod">
          <ac:chgData name="영준 이" userId="287c33588f10bc37" providerId="LiveId" clId="{116BC055-0A9C-42A9-9363-A0CEEAF6CC76}" dt="2025-10-30T09:05:53.981" v="1360"/>
          <ac:spMkLst>
            <pc:docMk/>
            <pc:sldMk cId="3742088974" sldId="257"/>
            <ac:spMk id="20" creationId="{F8DC86C3-5DD7-5936-1000-AE4E70D512C4}"/>
          </ac:spMkLst>
        </pc:spChg>
        <pc:spChg chg="add del mod">
          <ac:chgData name="영준 이" userId="287c33588f10bc37" providerId="LiveId" clId="{116BC055-0A9C-42A9-9363-A0CEEAF6CC76}" dt="2025-10-30T08:21:53.150" v="1273" actId="478"/>
          <ac:spMkLst>
            <pc:docMk/>
            <pc:sldMk cId="3742088974" sldId="257"/>
            <ac:spMk id="21" creationId="{B2842F7C-645E-BD00-D02B-31940E526582}"/>
          </ac:spMkLst>
        </pc:spChg>
        <pc:spChg chg="add mod">
          <ac:chgData name="영준 이" userId="287c33588f10bc37" providerId="LiveId" clId="{116BC055-0A9C-42A9-9363-A0CEEAF6CC76}" dt="2025-10-30T09:05:53.981" v="1360"/>
          <ac:spMkLst>
            <pc:docMk/>
            <pc:sldMk cId="3742088974" sldId="257"/>
            <ac:spMk id="21" creationId="{DEE8BBA4-869C-2F1F-BD76-D53FB331CF4E}"/>
          </ac:spMkLst>
        </pc:spChg>
        <pc:spChg chg="add del mod">
          <ac:chgData name="영준 이" userId="287c33588f10bc37" providerId="LiveId" clId="{116BC055-0A9C-42A9-9363-A0CEEAF6CC76}" dt="2025-10-31T05:19:59.692" v="2679" actId="478"/>
          <ac:spMkLst>
            <pc:docMk/>
            <pc:sldMk cId="3742088974" sldId="257"/>
            <ac:spMk id="22" creationId="{B09E4D4F-41F1-B8E9-E355-9ED490527613}"/>
          </ac:spMkLst>
        </pc:spChg>
        <pc:spChg chg="del">
          <ac:chgData name="영준 이" userId="287c33588f10bc37" providerId="LiveId" clId="{116BC055-0A9C-42A9-9363-A0CEEAF6CC76}" dt="2025-10-30T09:06:17.212" v="1365" actId="478"/>
          <ac:spMkLst>
            <pc:docMk/>
            <pc:sldMk cId="3742088974" sldId="257"/>
            <ac:spMk id="23" creationId="{FF261AC0-0B54-FE53-8D51-916D112C2C09}"/>
          </ac:spMkLst>
        </pc:spChg>
        <pc:spChg chg="add mod">
          <ac:chgData name="영준 이" userId="287c33588f10bc37" providerId="LiveId" clId="{116BC055-0A9C-42A9-9363-A0CEEAF6CC76}" dt="2025-10-31T05:19:52.315" v="2677" actId="1076"/>
          <ac:spMkLst>
            <pc:docMk/>
            <pc:sldMk cId="3742088974" sldId="257"/>
            <ac:spMk id="24" creationId="{7948784B-DCB7-3E19-27DE-163A0DC686CB}"/>
          </ac:spMkLst>
        </pc:spChg>
        <pc:spChg chg="add del mod">
          <ac:chgData name="영준 이" userId="287c33588f10bc37" providerId="LiveId" clId="{116BC055-0A9C-42A9-9363-A0CEEAF6CC76}" dt="2025-10-30T08:22:31.040" v="1279" actId="478"/>
          <ac:spMkLst>
            <pc:docMk/>
            <pc:sldMk cId="3742088974" sldId="257"/>
            <ac:spMk id="25" creationId="{119D0C6C-F2EE-90E4-B09A-8DFF09A7EB43}"/>
          </ac:spMkLst>
        </pc:spChg>
        <pc:spChg chg="add mod">
          <ac:chgData name="영준 이" userId="287c33588f10bc37" providerId="LiveId" clId="{116BC055-0A9C-42A9-9363-A0CEEAF6CC76}" dt="2025-10-31T05:22:34.415" v="3006" actId="1076"/>
          <ac:spMkLst>
            <pc:docMk/>
            <pc:sldMk cId="3742088974" sldId="257"/>
            <ac:spMk id="25" creationId="{E8E28B63-CC15-79B6-5447-814D2F62CFE0}"/>
          </ac:spMkLst>
        </pc:spChg>
        <pc:spChg chg="add mod">
          <ac:chgData name="영준 이" userId="287c33588f10bc37" providerId="LiveId" clId="{116BC055-0A9C-42A9-9363-A0CEEAF6CC76}" dt="2025-10-30T09:05:53.981" v="1360"/>
          <ac:spMkLst>
            <pc:docMk/>
            <pc:sldMk cId="3742088974" sldId="257"/>
            <ac:spMk id="26" creationId="{4E2BEB18-40EB-5F9E-3569-83384F0A3547}"/>
          </ac:spMkLst>
        </pc:spChg>
        <pc:spChg chg="add mod">
          <ac:chgData name="영준 이" userId="287c33588f10bc37" providerId="LiveId" clId="{116BC055-0A9C-42A9-9363-A0CEEAF6CC76}" dt="2025-10-31T06:12:48.458" v="3656" actId="1036"/>
          <ac:spMkLst>
            <pc:docMk/>
            <pc:sldMk cId="3742088974" sldId="257"/>
            <ac:spMk id="26" creationId="{A73402DD-BC64-00F0-9BF9-2EFFDC744EC5}"/>
          </ac:spMkLst>
        </pc:spChg>
        <pc:spChg chg="add del mod">
          <ac:chgData name="영준 이" userId="287c33588f10bc37" providerId="LiveId" clId="{116BC055-0A9C-42A9-9363-A0CEEAF6CC76}" dt="2025-10-30T08:21:37.220" v="1270" actId="478"/>
          <ac:spMkLst>
            <pc:docMk/>
            <pc:sldMk cId="3742088974" sldId="257"/>
            <ac:spMk id="26" creationId="{E7586ADB-9E66-88A7-D140-3D957E2D1E2E}"/>
          </ac:spMkLst>
        </pc:spChg>
        <pc:spChg chg="add mod">
          <ac:chgData name="영준 이" userId="287c33588f10bc37" providerId="LiveId" clId="{116BC055-0A9C-42A9-9363-A0CEEAF6CC76}" dt="2025-10-30T09:05:53.981" v="1360"/>
          <ac:spMkLst>
            <pc:docMk/>
            <pc:sldMk cId="3742088974" sldId="257"/>
            <ac:spMk id="27" creationId="{AC1F7B68-AD70-F8B0-1F49-901B96C07E41}"/>
          </ac:spMkLst>
        </pc:spChg>
        <pc:spChg chg="mod">
          <ac:chgData name="영준 이" userId="287c33588f10bc37" providerId="LiveId" clId="{116BC055-0A9C-42A9-9363-A0CEEAF6CC76}" dt="2025-10-29T08:24:36.672" v="433" actId="113"/>
          <ac:spMkLst>
            <pc:docMk/>
            <pc:sldMk cId="3742088974" sldId="257"/>
            <ac:spMk id="28" creationId="{3F0F9E90-FAA0-694D-A385-A29160674B09}"/>
          </ac:spMkLst>
        </pc:spChg>
        <pc:spChg chg="mod">
          <ac:chgData name="영준 이" userId="287c33588f10bc37" providerId="LiveId" clId="{116BC055-0A9C-42A9-9363-A0CEEAF6CC76}" dt="2025-10-30T16:11:59.115" v="2239" actId="1076"/>
          <ac:spMkLst>
            <pc:docMk/>
            <pc:sldMk cId="3742088974" sldId="257"/>
            <ac:spMk id="30" creationId="{F756C91F-A769-8746-9736-6A1E2B721D6B}"/>
          </ac:spMkLst>
        </pc:spChg>
        <pc:spChg chg="mod">
          <ac:chgData name="영준 이" userId="287c33588f10bc37" providerId="LiveId" clId="{116BC055-0A9C-42A9-9363-A0CEEAF6CC76}" dt="2025-10-31T05:23:06.054" v="3007" actId="1076"/>
          <ac:spMkLst>
            <pc:docMk/>
            <pc:sldMk cId="3742088974" sldId="257"/>
            <ac:spMk id="31" creationId="{4D8E9A6E-E5FF-AB49-84AA-3A4E1523DDE0}"/>
          </ac:spMkLst>
        </pc:spChg>
        <pc:spChg chg="del">
          <ac:chgData name="영준 이" userId="287c33588f10bc37" providerId="LiveId" clId="{116BC055-0A9C-42A9-9363-A0CEEAF6CC76}" dt="2025-10-30T09:06:23.241" v="1369" actId="478"/>
          <ac:spMkLst>
            <pc:docMk/>
            <pc:sldMk cId="3742088974" sldId="257"/>
            <ac:spMk id="32" creationId="{F1CD45E0-BFBD-6449-A27A-446292982C7D}"/>
          </ac:spMkLst>
        </pc:spChg>
        <pc:spChg chg="mod">
          <ac:chgData name="영준 이" userId="287c33588f10bc37" providerId="LiveId" clId="{116BC055-0A9C-42A9-9363-A0CEEAF6CC76}" dt="2025-10-31T06:12:48.458" v="3656" actId="1036"/>
          <ac:spMkLst>
            <pc:docMk/>
            <pc:sldMk cId="3742088974" sldId="257"/>
            <ac:spMk id="33" creationId="{B987F76A-25E5-8F4D-A08D-EFFBEAFC4DDD}"/>
          </ac:spMkLst>
        </pc:spChg>
        <pc:spChg chg="mod">
          <ac:chgData name="영준 이" userId="287c33588f10bc37" providerId="LiveId" clId="{116BC055-0A9C-42A9-9363-A0CEEAF6CC76}" dt="2025-10-31T06:12:48.458" v="3656" actId="1036"/>
          <ac:spMkLst>
            <pc:docMk/>
            <pc:sldMk cId="3742088974" sldId="257"/>
            <ac:spMk id="34" creationId="{7D41EBDE-1609-3448-80A4-1C45137E7020}"/>
          </ac:spMkLst>
        </pc:spChg>
        <pc:spChg chg="add del mod">
          <ac:chgData name="영준 이" userId="287c33588f10bc37" providerId="LiveId" clId="{116BC055-0A9C-42A9-9363-A0CEEAF6CC76}" dt="2025-10-30T16:12:44.492" v="2261" actId="478"/>
          <ac:spMkLst>
            <pc:docMk/>
            <pc:sldMk cId="3742088974" sldId="257"/>
            <ac:spMk id="36" creationId="{335593BF-D1E2-80D2-1B0B-5093D440F063}"/>
          </ac:spMkLst>
        </pc:spChg>
        <pc:spChg chg="add mod">
          <ac:chgData name="영준 이" userId="287c33588f10bc37" providerId="LiveId" clId="{116BC055-0A9C-42A9-9363-A0CEEAF6CC76}" dt="2025-10-31T06:12:48.458" v="3656" actId="1036"/>
          <ac:spMkLst>
            <pc:docMk/>
            <pc:sldMk cId="3742088974" sldId="257"/>
            <ac:spMk id="37" creationId="{AF04EDF3-30B4-F528-E461-210B43C05AA7}"/>
          </ac:spMkLst>
        </pc:spChg>
        <pc:spChg chg="mod">
          <ac:chgData name="영준 이" userId="287c33588f10bc37" providerId="LiveId" clId="{116BC055-0A9C-42A9-9363-A0CEEAF6CC76}" dt="2025-10-31T06:12:57.358" v="3665" actId="1036"/>
          <ac:spMkLst>
            <pc:docMk/>
            <pc:sldMk cId="3742088974" sldId="257"/>
            <ac:spMk id="38" creationId="{0F56D88A-4B12-0F47-8D8A-2F1828CAE02A}"/>
          </ac:spMkLst>
        </pc:spChg>
        <pc:spChg chg="mod">
          <ac:chgData name="영준 이" userId="287c33588f10bc37" providerId="LiveId" clId="{116BC055-0A9C-42A9-9363-A0CEEAF6CC76}" dt="2025-10-31T06:13:09.743" v="3684" actId="1036"/>
          <ac:spMkLst>
            <pc:docMk/>
            <pc:sldMk cId="3742088974" sldId="257"/>
            <ac:spMk id="39" creationId="{6F9BAE11-25C3-0846-BD60-EDC70290B378}"/>
          </ac:spMkLst>
        </pc:spChg>
        <pc:spChg chg="mod">
          <ac:chgData name="영준 이" userId="287c33588f10bc37" providerId="LiveId" clId="{116BC055-0A9C-42A9-9363-A0CEEAF6CC76}" dt="2025-10-31T06:13:17.926" v="3691" actId="1036"/>
          <ac:spMkLst>
            <pc:docMk/>
            <pc:sldMk cId="3742088974" sldId="257"/>
            <ac:spMk id="40" creationId="{4E095D28-F987-E544-B047-DF5F82B6C3C9}"/>
          </ac:spMkLst>
        </pc:spChg>
        <pc:spChg chg="add mod">
          <ac:chgData name="영준 이" userId="287c33588f10bc37" providerId="LiveId" clId="{116BC055-0A9C-42A9-9363-A0CEEAF6CC76}" dt="2025-10-30T16:20:16.345" v="2265" actId="1582"/>
          <ac:spMkLst>
            <pc:docMk/>
            <pc:sldMk cId="3742088974" sldId="257"/>
            <ac:spMk id="41" creationId="{04F429C6-F9DA-EDA4-A386-F4FAD55C1429}"/>
          </ac:spMkLst>
        </pc:spChg>
        <pc:spChg chg="add mod">
          <ac:chgData name="영준 이" userId="287c33588f10bc37" providerId="LiveId" clId="{116BC055-0A9C-42A9-9363-A0CEEAF6CC76}" dt="2025-10-30T16:10:34.120" v="2218" actId="1076"/>
          <ac:spMkLst>
            <pc:docMk/>
            <pc:sldMk cId="3742088974" sldId="257"/>
            <ac:spMk id="42" creationId="{98F7F18B-08F4-CB05-16B9-5C2C5BB016D6}"/>
          </ac:spMkLst>
        </pc:spChg>
        <pc:spChg chg="add mod">
          <ac:chgData name="영준 이" userId="287c33588f10bc37" providerId="LiveId" clId="{116BC055-0A9C-42A9-9363-A0CEEAF6CC76}" dt="2025-10-30T16:20:22.938" v="2266" actId="1582"/>
          <ac:spMkLst>
            <pc:docMk/>
            <pc:sldMk cId="3742088974" sldId="257"/>
            <ac:spMk id="43" creationId="{A59F24EB-1197-457A-B348-2439A6110E2F}"/>
          </ac:spMkLst>
        </pc:spChg>
        <pc:spChg chg="add mod">
          <ac:chgData name="영준 이" userId="287c33588f10bc37" providerId="LiveId" clId="{116BC055-0A9C-42A9-9363-A0CEEAF6CC76}" dt="2025-10-30T16:10:34.120" v="2218" actId="1076"/>
          <ac:spMkLst>
            <pc:docMk/>
            <pc:sldMk cId="3742088974" sldId="257"/>
            <ac:spMk id="46" creationId="{66D672B1-8AA3-ED40-1339-FE6336B710D1}"/>
          </ac:spMkLst>
        </pc:spChg>
        <pc:spChg chg="add mod">
          <ac:chgData name="영준 이" userId="287c33588f10bc37" providerId="LiveId" clId="{116BC055-0A9C-42A9-9363-A0CEEAF6CC76}" dt="2025-10-31T06:12:48.458" v="3656" actId="1036"/>
          <ac:spMkLst>
            <pc:docMk/>
            <pc:sldMk cId="3742088974" sldId="257"/>
            <ac:spMk id="47" creationId="{786A0F56-9425-3B38-D0A3-1BCB65B50F15}"/>
          </ac:spMkLst>
        </pc:spChg>
        <pc:spChg chg="add del mod">
          <ac:chgData name="영준 이" userId="287c33588f10bc37" providerId="LiveId" clId="{116BC055-0A9C-42A9-9363-A0CEEAF6CC76}" dt="2025-10-30T15:08:58.122" v="1380" actId="478"/>
          <ac:spMkLst>
            <pc:docMk/>
            <pc:sldMk cId="3742088974" sldId="257"/>
            <ac:spMk id="48" creationId="{6C00B6FD-7754-6DB7-2F12-3B92F29AF86C}"/>
          </ac:spMkLst>
        </pc:spChg>
        <pc:spChg chg="add del mod">
          <ac:chgData name="영준 이" userId="287c33588f10bc37" providerId="LiveId" clId="{116BC055-0A9C-42A9-9363-A0CEEAF6CC76}" dt="2025-10-30T15:08:58.122" v="1380" actId="478"/>
          <ac:spMkLst>
            <pc:docMk/>
            <pc:sldMk cId="3742088974" sldId="257"/>
            <ac:spMk id="49" creationId="{5EB0C041-2E80-2C7E-ABD6-16293FD2B172}"/>
          </ac:spMkLst>
        </pc:spChg>
        <pc:spChg chg="add del mod">
          <ac:chgData name="영준 이" userId="287c33588f10bc37" providerId="LiveId" clId="{116BC055-0A9C-42A9-9363-A0CEEAF6CC76}" dt="2025-10-30T15:08:58.122" v="1380" actId="478"/>
          <ac:spMkLst>
            <pc:docMk/>
            <pc:sldMk cId="3742088974" sldId="257"/>
            <ac:spMk id="50" creationId="{68E7D24B-2138-C995-8512-F67613FD783E}"/>
          </ac:spMkLst>
        </pc:spChg>
        <pc:spChg chg="add del mod">
          <ac:chgData name="영준 이" userId="287c33588f10bc37" providerId="LiveId" clId="{116BC055-0A9C-42A9-9363-A0CEEAF6CC76}" dt="2025-10-30T15:08:58.122" v="1380" actId="478"/>
          <ac:spMkLst>
            <pc:docMk/>
            <pc:sldMk cId="3742088974" sldId="257"/>
            <ac:spMk id="52" creationId="{EB1E9676-D779-A68F-655D-5929D65DF776}"/>
          </ac:spMkLst>
        </pc:spChg>
        <pc:spChg chg="add del mod">
          <ac:chgData name="영준 이" userId="287c33588f10bc37" providerId="LiveId" clId="{116BC055-0A9C-42A9-9363-A0CEEAF6CC76}" dt="2025-10-30T15:08:58.122" v="1380" actId="478"/>
          <ac:spMkLst>
            <pc:docMk/>
            <pc:sldMk cId="3742088974" sldId="257"/>
            <ac:spMk id="54" creationId="{BB7A2AA7-0610-31A1-84BA-D565C1E3011A}"/>
          </ac:spMkLst>
        </pc:spChg>
        <pc:spChg chg="add del mod">
          <ac:chgData name="영준 이" userId="287c33588f10bc37" providerId="LiveId" clId="{116BC055-0A9C-42A9-9363-A0CEEAF6CC76}" dt="2025-10-30T15:08:58.122" v="1380" actId="478"/>
          <ac:spMkLst>
            <pc:docMk/>
            <pc:sldMk cId="3742088974" sldId="257"/>
            <ac:spMk id="55" creationId="{51CD8A41-CE12-16D9-6F18-286B72C169F3}"/>
          </ac:spMkLst>
        </pc:spChg>
        <pc:spChg chg="add mod">
          <ac:chgData name="영준 이" userId="287c33588f10bc37" providerId="LiveId" clId="{116BC055-0A9C-42A9-9363-A0CEEAF6CC76}" dt="2025-10-30T16:12:14.059" v="2240" actId="1076"/>
          <ac:spMkLst>
            <pc:docMk/>
            <pc:sldMk cId="3742088974" sldId="257"/>
            <ac:spMk id="56" creationId="{057E44AB-49A5-372C-E648-071ED9B26194}"/>
          </ac:spMkLst>
        </pc:spChg>
        <pc:graphicFrameChg chg="del mod">
          <ac:chgData name="영준 이" userId="287c33588f10bc37" providerId="LiveId" clId="{116BC055-0A9C-42A9-9363-A0CEEAF6CC76}" dt="2025-10-30T07:57:48.833" v="1021" actId="478"/>
          <ac:graphicFrameMkLst>
            <pc:docMk/>
            <pc:sldMk cId="3742088974" sldId="257"/>
            <ac:graphicFrameMk id="24" creationId="{039CA731-8DC1-67A5-AB8D-1B4DBEE9FD9C}"/>
          </ac:graphicFrameMkLst>
        </pc:graphicFrameChg>
        <pc:picChg chg="mod">
          <ac:chgData name="영준 이" userId="287c33588f10bc37" providerId="LiveId" clId="{116BC055-0A9C-42A9-9363-A0CEEAF6CC76}" dt="2025-10-31T06:13:03.405" v="3674" actId="1035"/>
          <ac:picMkLst>
            <pc:docMk/>
            <pc:sldMk cId="3742088974" sldId="257"/>
            <ac:picMk id="2" creationId="{63373466-E39A-F576-10F6-A9BDA67C8ED2}"/>
          </ac:picMkLst>
        </pc:picChg>
        <pc:picChg chg="add mod">
          <ac:chgData name="영준 이" userId="287c33588f10bc37" providerId="LiveId" clId="{116BC055-0A9C-42A9-9363-A0CEEAF6CC76}" dt="2025-10-31T05:19:54.476" v="2678" actId="1076"/>
          <ac:picMkLst>
            <pc:docMk/>
            <pc:sldMk cId="3742088974" sldId="257"/>
            <ac:picMk id="5" creationId="{7F1B5563-31E6-0BC6-C9D9-38CF4324EC4F}"/>
          </ac:picMkLst>
        </pc:picChg>
        <pc:picChg chg="add del mod">
          <ac:chgData name="영준 이" userId="287c33588f10bc37" providerId="LiveId" clId="{116BC055-0A9C-42A9-9363-A0CEEAF6CC76}" dt="2025-10-30T16:34:34.349" v="2269" actId="478"/>
          <ac:picMkLst>
            <pc:docMk/>
            <pc:sldMk cId="3742088974" sldId="257"/>
            <ac:picMk id="6" creationId="{9CF73EE1-BCC7-88FD-0158-5F393B349D14}"/>
          </ac:picMkLst>
        </pc:picChg>
        <pc:picChg chg="del">
          <ac:chgData name="영준 이" userId="287c33588f10bc37" providerId="LiveId" clId="{116BC055-0A9C-42A9-9363-A0CEEAF6CC76}" dt="2025-10-30T09:06:19.662" v="1367" actId="478"/>
          <ac:picMkLst>
            <pc:docMk/>
            <pc:sldMk cId="3742088974" sldId="257"/>
            <ac:picMk id="10" creationId="{6E444311-CE90-0E20-0CF9-7EEAE1ACC481}"/>
          </ac:picMkLst>
        </pc:picChg>
        <pc:picChg chg="del">
          <ac:chgData name="영준 이" userId="287c33588f10bc37" providerId="LiveId" clId="{116BC055-0A9C-42A9-9363-A0CEEAF6CC76}" dt="2025-10-30T09:06:15.638" v="1364" actId="478"/>
          <ac:picMkLst>
            <pc:docMk/>
            <pc:sldMk cId="3742088974" sldId="257"/>
            <ac:picMk id="12" creationId="{69CA3E6A-F2AE-9E35-041C-A396CDAD1B93}"/>
          </ac:picMkLst>
        </pc:picChg>
        <pc:picChg chg="add del mod">
          <ac:chgData name="영준 이" userId="287c33588f10bc37" providerId="LiveId" clId="{116BC055-0A9C-42A9-9363-A0CEEAF6CC76}" dt="2025-10-31T03:27:21.012" v="2283" actId="478"/>
          <ac:picMkLst>
            <pc:docMk/>
            <pc:sldMk cId="3742088974" sldId="257"/>
            <ac:picMk id="19" creationId="{0BD32278-65B2-50B0-FA6C-C38C058441AD}"/>
          </ac:picMkLst>
        </pc:picChg>
        <pc:picChg chg="add mod">
          <ac:chgData name="영준 이" userId="287c33588f10bc37" providerId="LiveId" clId="{116BC055-0A9C-42A9-9363-A0CEEAF6CC76}" dt="2025-10-31T03:28:59.690" v="2312" actId="1076"/>
          <ac:picMkLst>
            <pc:docMk/>
            <pc:sldMk cId="3742088974" sldId="257"/>
            <ac:picMk id="23" creationId="{D594E8B0-E475-579C-E490-7E9D177302F7}"/>
          </ac:picMkLst>
        </pc:picChg>
        <pc:picChg chg="add mod">
          <ac:chgData name="영준 이" userId="287c33588f10bc37" providerId="LiveId" clId="{116BC055-0A9C-42A9-9363-A0CEEAF6CC76}" dt="2025-10-30T09:05:53.981" v="1360"/>
          <ac:picMkLst>
            <pc:docMk/>
            <pc:sldMk cId="3742088974" sldId="257"/>
            <ac:picMk id="24" creationId="{649FD036-5A07-C52B-CBB5-BDABCED8F2FB}"/>
          </ac:picMkLst>
        </pc:picChg>
        <pc:picChg chg="add mod">
          <ac:chgData name="영준 이" userId="287c33588f10bc37" providerId="LiveId" clId="{116BC055-0A9C-42A9-9363-A0CEEAF6CC76}" dt="2025-10-30T09:05:53.981" v="1360"/>
          <ac:picMkLst>
            <pc:docMk/>
            <pc:sldMk cId="3742088974" sldId="257"/>
            <ac:picMk id="25" creationId="{018F4863-7F13-E509-1F5A-B560386C667F}"/>
          </ac:picMkLst>
        </pc:picChg>
        <pc:picChg chg="add mod">
          <ac:chgData name="영준 이" userId="287c33588f10bc37" providerId="LiveId" clId="{116BC055-0A9C-42A9-9363-A0CEEAF6CC76}" dt="2025-10-30T16:10:34.120" v="2218" actId="1076"/>
          <ac:picMkLst>
            <pc:docMk/>
            <pc:sldMk cId="3742088974" sldId="257"/>
            <ac:picMk id="44" creationId="{6C0410BE-62E4-F484-741B-09ED487D5B8D}"/>
          </ac:picMkLst>
        </pc:picChg>
        <pc:picChg chg="add mod">
          <ac:chgData name="영준 이" userId="287c33588f10bc37" providerId="LiveId" clId="{116BC055-0A9C-42A9-9363-A0CEEAF6CC76}" dt="2025-10-30T16:10:34.120" v="2218" actId="1076"/>
          <ac:picMkLst>
            <pc:docMk/>
            <pc:sldMk cId="3742088974" sldId="257"/>
            <ac:picMk id="45" creationId="{545FC902-ADEB-03B6-ADE2-78E72B7C4503}"/>
          </ac:picMkLst>
        </pc:picChg>
        <pc:picChg chg="add mod">
          <ac:chgData name="영준 이" userId="287c33588f10bc37" providerId="LiveId" clId="{116BC055-0A9C-42A9-9363-A0CEEAF6CC76}" dt="2025-10-30T16:10:59.853" v="2237" actId="1036"/>
          <ac:picMkLst>
            <pc:docMk/>
            <pc:sldMk cId="3742088974" sldId="257"/>
            <ac:picMk id="1026" creationId="{6DA92149-DE6A-4369-8922-1AF3E44F79D7}"/>
          </ac:picMkLst>
        </pc:picChg>
        <pc:picChg chg="add mod">
          <ac:chgData name="영준 이" userId="287c33588f10bc37" providerId="LiveId" clId="{116BC055-0A9C-42A9-9363-A0CEEAF6CC76}" dt="2025-10-30T16:10:59.853" v="2237" actId="1036"/>
          <ac:picMkLst>
            <pc:docMk/>
            <pc:sldMk cId="3742088974" sldId="257"/>
            <ac:picMk id="1028" creationId="{9BD00F7E-4F75-5F5B-16F5-8AB56ADE4A6D}"/>
          </ac:picMkLst>
        </pc:picChg>
        <pc:picChg chg="add mod">
          <ac:chgData name="영준 이" userId="287c33588f10bc37" providerId="LiveId" clId="{116BC055-0A9C-42A9-9363-A0CEEAF6CC76}" dt="2025-10-30T16:10:59.853" v="2237" actId="1036"/>
          <ac:picMkLst>
            <pc:docMk/>
            <pc:sldMk cId="3742088974" sldId="257"/>
            <ac:picMk id="1030" creationId="{F7D16478-2532-A853-D84B-BE8A49295706}"/>
          </ac:picMkLst>
        </pc:picChg>
        <pc:picChg chg="del">
          <ac:chgData name="영준 이" userId="287c33588f10bc37" providerId="LiveId" clId="{116BC055-0A9C-42A9-9363-A0CEEAF6CC76}" dt="2025-10-30T09:06:20.380" v="1368" actId="478"/>
          <ac:picMkLst>
            <pc:docMk/>
            <pc:sldMk cId="3742088974" sldId="257"/>
            <ac:picMk id="1034" creationId="{FF0E4385-574B-B67B-6D34-D360F2A32769}"/>
          </ac:picMkLst>
        </pc:picChg>
        <pc:cxnChg chg="add mod">
          <ac:chgData name="영준 이" userId="287c33588f10bc37" providerId="LiveId" clId="{116BC055-0A9C-42A9-9363-A0CEEAF6CC76}" dt="2025-10-30T16:10:59.853" v="2237" actId="1036"/>
          <ac:cxnSpMkLst>
            <pc:docMk/>
            <pc:sldMk cId="3742088974" sldId="257"/>
            <ac:cxnSpMk id="8" creationId="{32302D99-20A8-41ED-696D-F0577CA0DDB9}"/>
          </ac:cxnSpMkLst>
        </pc:cxnChg>
        <pc:cxnChg chg="add mod">
          <ac:chgData name="영준 이" userId="287c33588f10bc37" providerId="LiveId" clId="{116BC055-0A9C-42A9-9363-A0CEEAF6CC76}" dt="2025-10-30T16:10:59.853" v="2237" actId="1036"/>
          <ac:cxnSpMkLst>
            <pc:docMk/>
            <pc:sldMk cId="3742088974" sldId="257"/>
            <ac:cxnSpMk id="13" creationId="{96EFE6B0-7D98-B9AF-D913-CCE03F1694E6}"/>
          </ac:cxnSpMkLst>
        </pc:cxnChg>
        <pc:cxnChg chg="add del mod">
          <ac:chgData name="영준 이" userId="287c33588f10bc37" providerId="LiveId" clId="{116BC055-0A9C-42A9-9363-A0CEEAF6CC76}" dt="2025-10-30T15:08:58.122" v="1380" actId="478"/>
          <ac:cxnSpMkLst>
            <pc:docMk/>
            <pc:sldMk cId="3742088974" sldId="257"/>
            <ac:cxnSpMk id="51" creationId="{E3076EBC-7405-428C-74F3-72B0E41EBDA0}"/>
          </ac:cxnSpMkLst>
        </pc:cxnChg>
        <pc:cxnChg chg="add del mod">
          <ac:chgData name="영준 이" userId="287c33588f10bc37" providerId="LiveId" clId="{116BC055-0A9C-42A9-9363-A0CEEAF6CC76}" dt="2025-10-30T15:08:58.122" v="1380" actId="478"/>
          <ac:cxnSpMkLst>
            <pc:docMk/>
            <pc:sldMk cId="3742088974" sldId="257"/>
            <ac:cxnSpMk id="53" creationId="{25A91F7D-9580-2CA8-B707-8CE809BD98DB}"/>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10/31/2025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10/31/2025</a:t>
            </a:fld>
            <a:endParaRPr lang="en-US" dirty="0"/>
          </a:p>
        </p:txBody>
      </p:sp>
      <p:sp>
        <p:nvSpPr>
          <p:cNvPr id="4" name="Slide Image Placeholder 3"/>
          <p:cNvSpPr>
            <a:spLocks noGrp="1" noRot="1" noChangeAspect="1"/>
          </p:cNvSpPr>
          <p:nvPr>
            <p:ph type="sldImg" idx="2"/>
          </p:nvPr>
        </p:nvSpPr>
        <p:spPr>
          <a:xfrm>
            <a:off x="2217738" y="685800"/>
            <a:ext cx="24225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extLst>
      <p:ext uri="{BB962C8B-B14F-4D97-AF65-F5344CB8AC3E}">
        <p14:creationId xmlns:p14="http://schemas.microsoft.com/office/powerpoint/2010/main" val="3014640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30633"/>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graphicFrame>
        <p:nvGraphicFramePr>
          <p:cNvPr id="3" name="Table 2">
            <a:extLst>
              <a:ext uri="{FF2B5EF4-FFF2-40B4-BE49-F238E27FC236}">
                <a16:creationId xmlns:a16="http://schemas.microsoft.com/office/drawing/2014/main" id="{C74784A8-6F25-7449-9CCF-614BC1946BC7}"/>
              </a:ext>
            </a:extLst>
          </p:cNvPr>
          <p:cNvGraphicFramePr>
            <a:graphicFrameLocks noGrp="1"/>
          </p:cNvGraphicFramePr>
          <p:nvPr userDrawn="1">
            <p:extLst>
              <p:ext uri="{D42A27DB-BD31-4B8C-83A1-F6EECF244321}">
                <p14:modId xmlns:p14="http://schemas.microsoft.com/office/powerpoint/2010/main" val="1988771644"/>
              </p:ext>
            </p:extLst>
          </p:nvPr>
        </p:nvGraphicFramePr>
        <p:xfrm>
          <a:off x="-8726467" y="34253"/>
          <a:ext cx="8117859" cy="30210616"/>
        </p:xfrm>
        <a:graphic>
          <a:graphicData uri="http://schemas.openxmlformats.org/drawingml/2006/table">
            <a:tbl>
              <a:tblPr firstRow="1" bandRow="1">
                <a:tableStyleId>{5C22544A-7EE6-4342-B048-85BDC9FD1C3A}</a:tableStyleId>
              </a:tblPr>
              <a:tblGrid>
                <a:gridCol w="3480873">
                  <a:extLst>
                    <a:ext uri="{9D8B030D-6E8A-4147-A177-3AD203B41FA5}">
                      <a16:colId xmlns:a16="http://schemas.microsoft.com/office/drawing/2014/main" val="20000"/>
                    </a:ext>
                  </a:extLst>
                </a:gridCol>
                <a:gridCol w="4636986">
                  <a:extLst>
                    <a:ext uri="{9D8B030D-6E8A-4147-A177-3AD203B41FA5}">
                      <a16:colId xmlns:a16="http://schemas.microsoft.com/office/drawing/2014/main" val="20001"/>
                    </a:ext>
                  </a:extLst>
                </a:gridCol>
              </a:tblGrid>
              <a:tr h="117073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3598933">
                <a:tc gridSpan="2">
                  <a:txBody>
                    <a:bodyPr/>
                    <a:lstStyle/>
                    <a:p>
                      <a:pPr defTabSz="3765639"/>
                      <a:r>
                        <a:rPr lang="en-US" sz="1800" i="0" dirty="0">
                          <a:solidFill>
                            <a:srgbClr val="D9D9D9"/>
                          </a:solidFill>
                          <a:latin typeface="Arial"/>
                          <a:cs typeface="Arial"/>
                        </a:rPr>
                        <a:t>This PowerPoint template produces a </a:t>
                      </a:r>
                      <a:r>
                        <a:rPr lang="en-US" sz="1800" i="0" dirty="0">
                          <a:solidFill>
                            <a:srgbClr val="FFC000"/>
                          </a:solidFill>
                          <a:latin typeface="Arial"/>
                          <a:cs typeface="Arial"/>
                        </a:rPr>
                        <a:t>A1 </a:t>
                      </a:r>
                      <a:r>
                        <a:rPr lang="en-US" sz="18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the  </a:t>
                      </a:r>
                      <a:r>
                        <a:rPr lang="en-US" sz="1800" i="0" dirty="0">
                          <a:solidFill>
                            <a:srgbClr val="FFC000"/>
                          </a:solidFill>
                          <a:latin typeface="Arial"/>
                          <a:cs typeface="Arial"/>
                        </a:rPr>
                        <a:t>HELP DESK</a:t>
                      </a:r>
                      <a:r>
                        <a:rPr lang="en-US" sz="1800" i="0" baseline="0" dirty="0">
                          <a:solidFill>
                            <a:srgbClr val="D9D9D9"/>
                          </a:solidFill>
                          <a:latin typeface="Arial"/>
                          <a:cs typeface="Arial"/>
                        </a:rPr>
                        <a:t> </a:t>
                      </a:r>
                      <a:r>
                        <a:rPr lang="en-US" sz="1800" i="0" dirty="0">
                          <a:solidFill>
                            <a:srgbClr val="D9D9D9"/>
                          </a:solidFill>
                          <a:latin typeface="Arial"/>
                          <a:cs typeface="Arial"/>
                        </a:rPr>
                        <a:t>tab.</a:t>
                      </a:r>
                    </a:p>
                    <a:p>
                      <a:pPr defTabSz="3765639"/>
                      <a:endParaRPr lang="en-US" sz="1800" i="0" dirty="0">
                        <a:solidFill>
                          <a:srgbClr val="D9D9D9"/>
                        </a:solidFill>
                        <a:latin typeface="Arial"/>
                        <a:cs typeface="Arial"/>
                      </a:endParaRPr>
                    </a:p>
                    <a:p>
                      <a:pPr defTabSz="3765639"/>
                      <a:r>
                        <a:rPr lang="en-US" sz="1800" i="0" dirty="0">
                          <a:solidFill>
                            <a:srgbClr val="D9D9D9"/>
                          </a:solidFill>
                          <a:latin typeface="Arial"/>
                          <a:cs typeface="Arial"/>
                        </a:rPr>
                        <a:t>To print your poster using our same-day professional printing service, go online to </a:t>
                      </a:r>
                      <a:r>
                        <a:rPr lang="en-US" sz="1800" i="0" dirty="0" err="1">
                          <a:solidFill>
                            <a:srgbClr val="FFC000"/>
                          </a:solidFill>
                          <a:latin typeface="Arial"/>
                          <a:cs typeface="Arial"/>
                        </a:rPr>
                        <a:t>PosterPresentations.com</a:t>
                      </a:r>
                      <a:r>
                        <a:rPr lang="en-US" sz="1800" i="0" dirty="0">
                          <a:solidFill>
                            <a:srgbClr val="D9D9D9"/>
                          </a:solidFill>
                          <a:latin typeface="Arial"/>
                          <a:cs typeface="Arial"/>
                        </a:rPr>
                        <a:t> and click on "</a:t>
                      </a:r>
                      <a:r>
                        <a:rPr lang="en-US" sz="1800" i="0" dirty="0">
                          <a:solidFill>
                            <a:srgbClr val="FFC000"/>
                          </a:solidFill>
                          <a:latin typeface="Arial"/>
                          <a:cs typeface="Arial"/>
                        </a:rPr>
                        <a:t>Order your poster</a:t>
                      </a:r>
                      <a:r>
                        <a:rPr lang="en-US" sz="1800" i="0" dirty="0">
                          <a:solidFill>
                            <a:srgbClr val="D9D9D9"/>
                          </a:solidFill>
                          <a:latin typeface="Arial"/>
                          <a:cs typeface="Arial"/>
                        </a:rPr>
                        <a:t>".</a:t>
                      </a:r>
                      <a:endParaRPr lang="en-US" sz="1800" b="1" dirty="0">
                        <a:solidFill>
                          <a:srgbClr val="D9D9D9"/>
                        </a:solidFill>
                        <a:latin typeface="Arial"/>
                        <a:cs typeface="Arial"/>
                      </a:endParaRPr>
                    </a:p>
                  </a:txBody>
                  <a:tcPr marL="182880" marT="137160">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4292704">
                <a:tc>
                  <a:txBody>
                    <a:bodyPr/>
                    <a:lstStyle/>
                    <a:p>
                      <a:pPr algn="ctr"/>
                      <a:endParaRPr lang="en-US" sz="1800" dirty="0">
                        <a:solidFill>
                          <a:srgbClr val="1F3A4E"/>
                        </a:solidFill>
                      </a:endParaRPr>
                    </a:p>
                    <a:p>
                      <a:pPr algn="ctr"/>
                      <a:endParaRPr lang="en-US" sz="1800" dirty="0">
                        <a:solidFill>
                          <a:srgbClr val="1F3A4E"/>
                        </a:solidFill>
                      </a:endParaRPr>
                    </a:p>
                    <a:p>
                      <a:pPr algn="ctr"/>
                      <a:r>
                        <a:rPr lang="en-US" sz="1800" dirty="0">
                          <a:solidFill>
                            <a:schemeClr val="bg1"/>
                          </a:solidFill>
                          <a:latin typeface="Arial" panose="020B0604020202020204" pitchFamily="34" charset="0"/>
                          <a:cs typeface="Arial" panose="020B0604020202020204" pitchFamily="34" charset="0"/>
                        </a:rPr>
                        <a:t>This is a poster template for a </a:t>
                      </a:r>
                      <a:br>
                        <a:rPr lang="en-US" sz="1800" dirty="0">
                          <a:solidFill>
                            <a:schemeClr val="bg1"/>
                          </a:solidFill>
                          <a:latin typeface="Arial" panose="020B0604020202020204" pitchFamily="34" charset="0"/>
                          <a:cs typeface="Arial" panose="020B0604020202020204" pitchFamily="34" charset="0"/>
                        </a:rPr>
                      </a:br>
                      <a:r>
                        <a:rPr lang="en-US" sz="3200" b="1" dirty="0">
                          <a:solidFill>
                            <a:srgbClr val="FFC000"/>
                          </a:solidFill>
                          <a:latin typeface="Arial" panose="020B0604020202020204" pitchFamily="34" charset="0"/>
                          <a:cs typeface="Arial" panose="020B0604020202020204" pitchFamily="34" charset="0"/>
                        </a:rPr>
                        <a:t>A1</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594mm x 841mm</a:t>
                      </a:r>
                    </a:p>
                    <a:p>
                      <a:pPr marL="0" marR="0" indent="0" algn="ctr" defTabSz="3802180" rtl="0" eaLnBrk="1" fontAlgn="auto" latinLnBrk="0" hangingPunct="1">
                        <a:lnSpc>
                          <a:spcPct val="100000"/>
                        </a:lnSpc>
                        <a:spcBef>
                          <a:spcPts val="0"/>
                        </a:spcBef>
                        <a:spcAft>
                          <a:spcPts val="0"/>
                        </a:spcAft>
                        <a:buClrTx/>
                        <a:buSzTx/>
                        <a:buFontTx/>
                        <a:buNone/>
                        <a:tabLst/>
                        <a:defRPr/>
                      </a:pPr>
                      <a:r>
                        <a:rPr lang="en-US" sz="1800" dirty="0">
                          <a:solidFill>
                            <a:srgbClr val="FFC000"/>
                          </a:solidFill>
                          <a:latin typeface="Arial" panose="020B0604020202020204" pitchFamily="34" charset="0"/>
                          <a:cs typeface="Arial" panose="020B0604020202020204" pitchFamily="34" charset="0"/>
                        </a:rPr>
                        <a:t>23.39 inches x 33.11 inches</a:t>
                      </a:r>
                      <a:br>
                        <a:rPr lang="en-US" sz="1800" dirty="0">
                          <a:solidFill>
                            <a:schemeClr val="bg1"/>
                          </a:solidFill>
                          <a:latin typeface="Arial" panose="020B0604020202020204" pitchFamily="34" charset="0"/>
                          <a:cs typeface="Arial" panose="020B0604020202020204" pitchFamily="34" charset="0"/>
                        </a:rPr>
                      </a:br>
                      <a:r>
                        <a:rPr lang="en-US" sz="1800" dirty="0">
                          <a:solidFill>
                            <a:schemeClr val="bg1"/>
                          </a:solidFill>
                          <a:latin typeface="Arial" panose="020B0604020202020204" pitchFamily="34" charset="0"/>
                          <a:cs typeface="Arial" panose="020B0604020202020204" pitchFamily="34" charset="0"/>
                        </a:rPr>
                        <a:t>research presentation poster</a:t>
                      </a:r>
                    </a:p>
                    <a:p>
                      <a:endParaRPr lang="en-US" sz="1800" dirty="0">
                        <a:solidFill>
                          <a:srgbClr val="1F3A4E"/>
                        </a:solidFill>
                      </a:endParaRPr>
                    </a:p>
                  </a:txBody>
                  <a:tcPr>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Important: Check the template size</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800" b="0" baseline="0" dirty="0">
                          <a:solidFill>
                            <a:srgbClr val="D9D9D9"/>
                          </a:solidFill>
                          <a:latin typeface="Arial" panose="020B0604020202020204" pitchFamily="34" charset="0"/>
                          <a:cs typeface="Arial" panose="020B0604020202020204" pitchFamily="34" charset="0"/>
                        </a:rPr>
                      </a:br>
                      <a:endParaRPr lang="en-US" sz="1800" b="0" baseline="0" dirty="0">
                        <a:solidFill>
                          <a:srgbClr val="FFC000"/>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8"/>
                  </a:ext>
                </a:extLst>
              </a:tr>
              <a:tr h="3340698">
                <a:tc>
                  <a:txBody>
                    <a:bodyPr/>
                    <a:lstStyle/>
                    <a:p>
                      <a:endParaRPr lang="en-US" sz="1800" dirty="0">
                        <a:solidFill>
                          <a:srgbClr val="1F3A4E"/>
                        </a:solidFill>
                      </a:endParaRPr>
                    </a:p>
                  </a:txBody>
                  <a:tcPr>
                    <a:blipFill rotWithShape="1">
                      <a:blip r:embed="rId3"/>
                      <a:stretch>
                        <a:fillRect/>
                      </a:stretch>
                    </a:blipFill>
                  </a:tcPr>
                </a:tc>
                <a:tc>
                  <a:txBody>
                    <a:bodyPr/>
                    <a:lstStyle/>
                    <a:p>
                      <a:pPr algn="l"/>
                      <a:r>
                        <a:rPr lang="en-US" sz="2000" b="1" baseline="0" dirty="0">
                          <a:solidFill>
                            <a:srgbClr val="FFC000"/>
                          </a:solidFill>
                          <a:latin typeface="Arial" panose="020B0604020202020204" pitchFamily="34" charset="0"/>
                          <a:cs typeface="Arial" panose="020B0604020202020204" pitchFamily="34" charset="0"/>
                        </a:rPr>
                        <a:t>How to </a:t>
                      </a:r>
                      <a:r>
                        <a:rPr lang="en-US" sz="3600" b="1" baseline="0" dirty="0">
                          <a:solidFill>
                            <a:srgbClr val="FFC000"/>
                          </a:solidFill>
                          <a:latin typeface="Arial" panose="020B0604020202020204" pitchFamily="34" charset="0"/>
                          <a:cs typeface="Arial" panose="020B0604020202020204" pitchFamily="34" charset="0"/>
                        </a:rPr>
                        <a:t>Zoom in </a:t>
                      </a:r>
                      <a:r>
                        <a:rPr lang="en-US" sz="2000" b="1" baseline="0" dirty="0">
                          <a:solidFill>
                            <a:srgbClr val="FFC000"/>
                          </a:solidFill>
                          <a:latin typeface="Arial" panose="020B0604020202020204" pitchFamily="34" charset="0"/>
                          <a:cs typeface="Arial" panose="020B0604020202020204" pitchFamily="34" charset="0"/>
                        </a:rPr>
                        <a:t>and </a:t>
                      </a:r>
                      <a:r>
                        <a:rPr lang="en-US" sz="1600" b="1" baseline="0" dirty="0">
                          <a:solidFill>
                            <a:srgbClr val="FFC000"/>
                          </a:solidFill>
                          <a:latin typeface="Arial" panose="020B0604020202020204" pitchFamily="34" charset="0"/>
                          <a:cs typeface="Arial" panose="020B0604020202020204" pitchFamily="34" charset="0"/>
                        </a:rPr>
                        <a:t>out</a:t>
                      </a:r>
                      <a:endParaRPr lang="en-US" sz="2000" b="1" baseline="0" dirty="0">
                        <a:solidFill>
                          <a:srgbClr val="FFC000"/>
                        </a:solidFill>
                        <a:latin typeface="Arial" panose="020B0604020202020204" pitchFamily="34" charset="0"/>
                        <a:cs typeface="Arial" panose="020B0604020202020204" pitchFamily="34" charset="0"/>
                      </a:endParaRPr>
                    </a:p>
                    <a:p>
                      <a:pPr algn="l"/>
                      <a:r>
                        <a:rPr lang="en-US" sz="18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1. </a:t>
                      </a:r>
                      <a:r>
                        <a:rPr lang="en-US" sz="18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800" b="0" baseline="0" dirty="0">
                          <a:solidFill>
                            <a:srgbClr val="D9D9D9"/>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2. </a:t>
                      </a:r>
                      <a:r>
                        <a:rPr lang="en-US" sz="18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82880" marT="137160">
                    <a:solidFill>
                      <a:srgbClr val="010101"/>
                    </a:solidFill>
                  </a:tcPr>
                </a:tc>
                <a:extLst>
                  <a:ext uri="{0D108BD9-81ED-4DB2-BD59-A6C34878D82A}">
                    <a16:rowId xmlns:a16="http://schemas.microsoft.com/office/drawing/2014/main" val="10001"/>
                  </a:ext>
                </a:extLst>
              </a:tr>
              <a:tr h="1994589">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2000" b="1" baseline="0" dirty="0">
                          <a:solidFill>
                            <a:srgbClr val="FFC000"/>
                          </a:solidFill>
                          <a:latin typeface="Arial" panose="020B0604020202020204" pitchFamily="34" charset="0"/>
                          <a:cs typeface="Arial" panose="020B0604020202020204" pitchFamily="34" charset="0"/>
                        </a:rPr>
                        <a:t>Ruler and Guides</a:t>
                      </a:r>
                      <a:br>
                        <a:rPr lang="en-US" sz="1800" b="0" baseline="0" dirty="0">
                          <a:solidFill>
                            <a:srgbClr val="FFC000"/>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3945819">
                <a:tc>
                  <a:txBody>
                    <a:bodyPr/>
                    <a:lstStyle/>
                    <a:p>
                      <a:endParaRPr lang="en-US" sz="1800" dirty="0">
                        <a:solidFill>
                          <a:srgbClr val="1F3A4E"/>
                        </a:solidFill>
                      </a:endParaRPr>
                    </a:p>
                  </a:txBody>
                  <a:tcPr>
                    <a:blipFill rotWithShape="1">
                      <a:blip r:embed="rId4"/>
                      <a:stretch>
                        <a:fillRect/>
                      </a:stretch>
                    </a:blipFill>
                  </a:tcPr>
                </a:tc>
                <a:tc>
                  <a:txBody>
                    <a:bodyPr/>
                    <a:lstStyle/>
                    <a:p>
                      <a:pPr marL="0" lvl="1" indent="0" algn="l" defTabSz="114300"/>
                      <a:r>
                        <a:rPr lang="en-US" sz="2000" b="1" baseline="0" dirty="0">
                          <a:solidFill>
                            <a:srgbClr val="FFC000"/>
                          </a:solidFill>
                          <a:latin typeface="Arial" panose="020B0604020202020204" pitchFamily="34" charset="0"/>
                          <a:cs typeface="Arial" panose="020B0604020202020204" pitchFamily="34" charset="0"/>
                        </a:rPr>
                        <a:t>Headers and text containers</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800" b="0" baseline="0" dirty="0">
                          <a:solidFill>
                            <a:schemeClr val="bg1"/>
                          </a:solidFill>
                          <a:latin typeface="Arial" panose="020B0604020202020204" pitchFamily="34" charset="0"/>
                          <a:cs typeface="Arial" panose="020B0604020202020204" pitchFamily="34" charset="0"/>
                        </a:rPr>
                      </a:br>
                      <a:r>
                        <a:rPr lang="en-US" sz="1800" b="0" baseline="0" dirty="0">
                          <a:solidFill>
                            <a:srgbClr val="FFC000"/>
                          </a:solidFill>
                          <a:latin typeface="Arial" panose="020B0604020202020204" pitchFamily="34" charset="0"/>
                          <a:cs typeface="Arial" panose="020B0604020202020204" pitchFamily="34" charset="0"/>
                        </a:rPr>
                        <a:t>-</a:t>
                      </a:r>
                      <a:r>
                        <a:rPr lang="en-US" sz="1800" b="0" baseline="0" dirty="0">
                          <a:solidFill>
                            <a:schemeClr val="bg1"/>
                          </a:solidFill>
                          <a:latin typeface="Arial" panose="020B0604020202020204" pitchFamily="34" charset="0"/>
                          <a:cs typeface="Arial" panose="020B0604020202020204" pitchFamily="34" charset="0"/>
                        </a:rPr>
                        <a:t> </a:t>
                      </a:r>
                      <a:r>
                        <a:rPr lang="en-US" sz="18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82880" marT="137160">
                    <a:solidFill>
                      <a:srgbClr val="010101"/>
                    </a:solidFill>
                  </a:tcPr>
                </a:tc>
                <a:extLst>
                  <a:ext uri="{0D108BD9-81ED-4DB2-BD59-A6C34878D82A}">
                    <a16:rowId xmlns:a16="http://schemas.microsoft.com/office/drawing/2014/main" val="10003"/>
                  </a:ext>
                </a:extLst>
              </a:tr>
              <a:tr h="3208687">
                <a:tc gridSpan="2">
                  <a:txBody>
                    <a:bodyPr/>
                    <a:lstStyle/>
                    <a:p>
                      <a:r>
                        <a:rPr lang="en-US" sz="2000" b="1" dirty="0">
                          <a:solidFill>
                            <a:srgbClr val="FFC000"/>
                          </a:solidFill>
                          <a:latin typeface="Arial" panose="020B0604020202020204" pitchFamily="34" charset="0"/>
                          <a:cs typeface="Arial" panose="020B0604020202020204" pitchFamily="34" charset="0"/>
                        </a:rPr>
                        <a:t>Adding content to the poster</a:t>
                      </a:r>
                    </a:p>
                    <a:p>
                      <a:r>
                        <a:rPr lang="en-US" sz="18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8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800" dirty="0">
                        <a:solidFill>
                          <a:srgbClr val="D9D9D9"/>
                        </a:solidFill>
                        <a:latin typeface="Arial" panose="020B0604020202020204" pitchFamily="34" charset="0"/>
                        <a:cs typeface="Arial" panose="020B0604020202020204" pitchFamily="34" charset="0"/>
                      </a:endParaRPr>
                    </a:p>
                  </a:txBody>
                  <a:tcPr>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2124673">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182880" marT="137160">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868684">
                <a:tc gridSpan="2">
                  <a:txBody>
                    <a:bodyPr/>
                    <a:lstStyle/>
                    <a:p>
                      <a:endParaRPr lang="en-US" sz="1800" dirty="0">
                        <a:solidFill>
                          <a:schemeClr val="bg1"/>
                        </a:solidFill>
                        <a:latin typeface="Arial" panose="020B0604020202020204" pitchFamily="34" charset="0"/>
                        <a:cs typeface="Arial" panose="020B0604020202020204" pitchFamily="34" charset="0"/>
                      </a:endParaRPr>
                    </a:p>
                  </a:txBody>
                  <a:tcPr marL="182880" marT="137160">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06781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Zoom in and look at your images at 100%-200% magnification. If they look clear, they will print well. </a:t>
                      </a:r>
                    </a:p>
                  </a:txBody>
                  <a:tcPr marL="182880" marT="137160">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2597279">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800" noProof="0" dirty="0">
                        <a:solidFill>
                          <a:schemeClr val="bg1"/>
                        </a:solidFill>
                        <a:latin typeface="Arial"/>
                        <a:cs typeface="Arial"/>
                      </a:endParaRPr>
                    </a:p>
                  </a:txBody>
                  <a:tcPr marL="182880" marT="137160">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4" name="Table 3">
            <a:extLst>
              <a:ext uri="{FF2B5EF4-FFF2-40B4-BE49-F238E27FC236}">
                <a16:creationId xmlns:a16="http://schemas.microsoft.com/office/drawing/2014/main" id="{70EF0DC5-0CE8-8B48-8495-AC770E4326B0}"/>
              </a:ext>
            </a:extLst>
          </p:cNvPr>
          <p:cNvGraphicFramePr>
            <a:graphicFrameLocks noGrp="1"/>
          </p:cNvGraphicFramePr>
          <p:nvPr userDrawn="1">
            <p:extLst>
              <p:ext uri="{D42A27DB-BD31-4B8C-83A1-F6EECF244321}">
                <p14:modId xmlns:p14="http://schemas.microsoft.com/office/powerpoint/2010/main" val="2914211395"/>
              </p:ext>
            </p:extLst>
          </p:nvPr>
        </p:nvGraphicFramePr>
        <p:xfrm>
          <a:off x="21937684" y="-142032"/>
          <a:ext cx="8060660" cy="30430194"/>
        </p:xfrm>
        <a:graphic>
          <a:graphicData uri="http://schemas.openxmlformats.org/drawingml/2006/table">
            <a:tbl>
              <a:tblPr firstRow="1" bandRow="1">
                <a:tableStyleId>{5C22544A-7EE6-4342-B048-85BDC9FD1C3A}</a:tableStyleId>
              </a:tblPr>
              <a:tblGrid>
                <a:gridCol w="3162981">
                  <a:extLst>
                    <a:ext uri="{9D8B030D-6E8A-4147-A177-3AD203B41FA5}">
                      <a16:colId xmlns:a16="http://schemas.microsoft.com/office/drawing/2014/main" val="20000"/>
                    </a:ext>
                  </a:extLst>
                </a:gridCol>
                <a:gridCol w="950236">
                  <a:extLst>
                    <a:ext uri="{9D8B030D-6E8A-4147-A177-3AD203B41FA5}">
                      <a16:colId xmlns:a16="http://schemas.microsoft.com/office/drawing/2014/main" val="764104496"/>
                    </a:ext>
                  </a:extLst>
                </a:gridCol>
                <a:gridCol w="3947443">
                  <a:extLst>
                    <a:ext uri="{9D8B030D-6E8A-4147-A177-3AD203B41FA5}">
                      <a16:colId xmlns:a16="http://schemas.microsoft.com/office/drawing/2014/main" val="4164475170"/>
                    </a:ext>
                  </a:extLst>
                </a:gridCol>
              </a:tblGrid>
              <a:tr h="1192134">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3200" b="0" spc="600" dirty="0">
                          <a:solidFill>
                            <a:srgbClr val="1F3A4E"/>
                          </a:solidFill>
                          <a:latin typeface="Arial Black" panose="020B0A04020102020204" pitchFamily="34" charset="0"/>
                        </a:rPr>
                        <a:t>QUICK START GUIDE</a:t>
                      </a:r>
                      <a:br>
                        <a:rPr lang="en-US" sz="3200" b="0" spc="600" dirty="0">
                          <a:solidFill>
                            <a:srgbClr val="1F3A4E"/>
                          </a:solidFill>
                          <a:latin typeface="Arial Black" panose="020B0A04020102020204" pitchFamily="34" charset="0"/>
                        </a:rPr>
                      </a:br>
                      <a:r>
                        <a:rPr lang="en-US" sz="2400" b="1" spc="0" dirty="0">
                          <a:solidFill>
                            <a:srgbClr val="FF0000"/>
                          </a:solidFill>
                          <a:latin typeface="Trebuchet MS" pitchFamily="34" charset="0"/>
                        </a:rPr>
                        <a:t>(THIS SIDEBAR WILL NOT PRINT)</a:t>
                      </a:r>
                      <a:endParaRPr lang="en-US" sz="3200" b="1" spc="600" dirty="0">
                        <a:solidFill>
                          <a:schemeClr val="bg1"/>
                        </a:solidFill>
                        <a:latin typeface="Trebuchet MS" pitchFamily="34" charset="0"/>
                      </a:endParaRPr>
                    </a:p>
                  </a:txBody>
                  <a:tcPr marL="182880" marT="137160">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727945">
                <a:tc gridSpan="3">
                  <a:txBody>
                    <a:bodyPr/>
                    <a:lstStyle/>
                    <a:p>
                      <a:pPr algn="l"/>
                      <a:r>
                        <a:rPr lang="en-US" sz="20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8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800" dirty="0">
                        <a:solidFill>
                          <a:srgbClr val="FFC000"/>
                        </a:solidFill>
                      </a:endParaRP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8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8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82880" marT="137160">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259477">
                <a:tc gridSpan="3">
                  <a:txBody>
                    <a:bodyPr/>
                    <a:lstStyle/>
                    <a:p>
                      <a:r>
                        <a:rPr lang="en-US" sz="2000" b="1" dirty="0">
                          <a:solidFill>
                            <a:srgbClr val="FFC000"/>
                          </a:solidFill>
                          <a:latin typeface="Arial" panose="020B0604020202020204" pitchFamily="34" charset="0"/>
                          <a:cs typeface="Arial" panose="020B0604020202020204" pitchFamily="34" charset="0"/>
                        </a:rPr>
                        <a:t>How to change the column layout configuration</a:t>
                      </a:r>
                    </a:p>
                    <a:p>
                      <a:r>
                        <a:rPr lang="en-US" sz="18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800" dirty="0">
                          <a:solidFill>
                            <a:srgbClr val="D9D9D9"/>
                          </a:solidFill>
                          <a:latin typeface="Arial" panose="020B0604020202020204" pitchFamily="34" charset="0"/>
                          <a:cs typeface="Arial" panose="020B0604020202020204" pitchFamily="34" charset="0"/>
                        </a:rPr>
                        <a:t>You can see a tutorial here: </a:t>
                      </a:r>
                      <a:r>
                        <a:rPr lang="en-US" sz="1800" u="sng" dirty="0">
                          <a:solidFill>
                            <a:srgbClr val="FFC000"/>
                          </a:solidFill>
                          <a:latin typeface="Arial" panose="020B0604020202020204" pitchFamily="34" charset="0"/>
                          <a:cs typeface="Arial" panose="020B0604020202020204" pitchFamily="34" charset="0"/>
                        </a:rPr>
                        <a:t>https://</a:t>
                      </a:r>
                      <a:r>
                        <a:rPr lang="en-US" sz="1800" u="sng" dirty="0" err="1">
                          <a:solidFill>
                            <a:srgbClr val="FFC000"/>
                          </a:solidFill>
                          <a:latin typeface="Arial" panose="020B0604020202020204" pitchFamily="34" charset="0"/>
                          <a:cs typeface="Arial" panose="020B0604020202020204" pitchFamily="34" charset="0"/>
                        </a:rPr>
                        <a:t>www.posterpresentations.com</a:t>
                      </a:r>
                      <a:r>
                        <a:rPr lang="en-US" sz="1800" u="sng" dirty="0">
                          <a:solidFill>
                            <a:srgbClr val="FFC000"/>
                          </a:solidFill>
                          <a:latin typeface="Arial" panose="020B0604020202020204" pitchFamily="34" charset="0"/>
                          <a:cs typeface="Arial" panose="020B0604020202020204" pitchFamily="34" charset="0"/>
                        </a:rPr>
                        <a:t>/how-to-change-the-column-</a:t>
                      </a:r>
                      <a:r>
                        <a:rPr lang="en-US" sz="1800" u="sng" dirty="0" err="1">
                          <a:solidFill>
                            <a:srgbClr val="FFC000"/>
                          </a:solidFill>
                          <a:latin typeface="Arial" panose="020B0604020202020204" pitchFamily="34" charset="0"/>
                          <a:cs typeface="Arial" panose="020B0604020202020204" pitchFamily="34" charset="0"/>
                        </a:rPr>
                        <a:t>configuration.html</a:t>
                      </a:r>
                      <a:endParaRPr lang="en-US" sz="4400" u="sng" dirty="0">
                        <a:solidFill>
                          <a:srgbClr val="FFC000"/>
                        </a:solidFill>
                      </a:endParaRPr>
                    </a:p>
                  </a:txBody>
                  <a:tcPr marL="182880" marT="137160">
                    <a:solidFill>
                      <a:schemeClr val="tx1"/>
                    </a:solidFill>
                  </a:tcPr>
                </a:tc>
                <a:tc hMerge="1">
                  <a:txBody>
                    <a:bodyPr/>
                    <a:lstStyle/>
                    <a:p>
                      <a:endParaRPr lang="en-US"/>
                    </a:p>
                  </a:txBody>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678544">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blipFill dpi="0" rotWithShape="1">
                      <a:blip r:embed="rId8">
                        <a:extLst>
                          <a:ext uri="{28A0092B-C50C-407E-A947-70E740481C1C}">
                            <a14:useLocalDpi xmlns:a14="http://schemas.microsoft.com/office/drawing/2010/main" val="0"/>
                          </a:ext>
                        </a:extLst>
                      </a:blip>
                      <a:srcRect/>
                      <a:stretch>
                        <a:fillRect/>
                      </a:stretch>
                    </a:blipFill>
                  </a:tcPr>
                </a:tc>
                <a:tc rowSpan="2"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panose="020B0604020202020204" pitchFamily="34" charset="0"/>
                          <a:cs typeface="Arial" panose="020B0604020202020204" pitchFamily="34" charset="0"/>
                        </a:rPr>
                        <a:t>The Quick Start</a:t>
                      </a:r>
                      <a:r>
                        <a:rPr lang="en-US" sz="1800" baseline="0" noProof="0" dirty="0">
                          <a:solidFill>
                            <a:srgbClr val="D9D9D9"/>
                          </a:solidFill>
                          <a:latin typeface="Arial" panose="020B0604020202020204" pitchFamily="34" charset="0"/>
                          <a:cs typeface="Arial" panose="020B0604020202020204" pitchFamily="34" charset="0"/>
                        </a:rPr>
                        <a:t> Guides</a:t>
                      </a:r>
                      <a:r>
                        <a:rPr lang="en-US" sz="1800" noProof="0" dirty="0">
                          <a:solidFill>
                            <a:srgbClr val="D9D9D9"/>
                          </a:solidFill>
                          <a:latin typeface="Arial" panose="020B0604020202020204" pitchFamily="34" charset="0"/>
                          <a:cs typeface="Arial" panose="020B0604020202020204" pitchFamily="34" charset="0"/>
                        </a:rPr>
                        <a:t> </a:t>
                      </a:r>
                      <a:r>
                        <a:rPr lang="en-US" sz="1800" u="sng" noProof="0" dirty="0">
                          <a:solidFill>
                            <a:srgbClr val="D9D9D9"/>
                          </a:solidFill>
                          <a:latin typeface="Arial" panose="020B0604020202020204" pitchFamily="34" charset="0"/>
                          <a:cs typeface="Arial" panose="020B0604020202020204" pitchFamily="34" charset="0"/>
                        </a:rPr>
                        <a:t>are outside the template’s printable area</a:t>
                      </a:r>
                      <a:r>
                        <a:rPr lang="en-US" sz="1800" noProof="0" dirty="0">
                          <a:solidFill>
                            <a:srgbClr val="D9D9D9"/>
                          </a:solidFill>
                          <a:latin typeface="Arial" panose="020B0604020202020204" pitchFamily="34" charset="0"/>
                          <a:cs typeface="Arial" panose="020B0604020202020204" pitchFamily="34" charset="0"/>
                        </a:rPr>
                        <a:t> and they will not be on the printed poster</a:t>
                      </a:r>
                      <a:r>
                        <a:rPr lang="en-US" sz="18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8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aseline="0" noProof="0" dirty="0">
                          <a:solidFill>
                            <a:srgbClr val="D9D9D9"/>
                          </a:solidFill>
                          <a:latin typeface="Arial" panose="020B0604020202020204" pitchFamily="34" charset="0"/>
                          <a:cs typeface="Arial" panose="020B0604020202020204" pitchFamily="34" charset="0"/>
                        </a:rPr>
                        <a:t>To hide the guides click on the </a:t>
                      </a:r>
                      <a:r>
                        <a:rPr lang="en-US" sz="1800" b="1" baseline="0" noProof="0" dirty="0">
                          <a:solidFill>
                            <a:srgbClr val="D9D9D9"/>
                          </a:solidFill>
                          <a:latin typeface="Arial" panose="020B0604020202020204" pitchFamily="34" charset="0"/>
                          <a:cs typeface="Arial" panose="020B0604020202020204" pitchFamily="34" charset="0"/>
                        </a:rPr>
                        <a:t>Home</a:t>
                      </a:r>
                      <a:r>
                        <a:rPr lang="en-US" sz="18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800" b="1"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800" b="1" baseline="0" noProof="0" dirty="0">
                          <a:solidFill>
                            <a:srgbClr val="D9D9D9"/>
                          </a:solidFill>
                          <a:latin typeface="Arial" panose="020B0604020202020204" pitchFamily="34" charset="0"/>
                          <a:cs typeface="Arial" panose="020B0604020202020204" pitchFamily="34" charset="0"/>
                        </a:rPr>
                        <a:t>Without Guides </a:t>
                      </a:r>
                      <a:r>
                        <a:rPr lang="en-US" sz="1800" b="0" baseline="0" noProof="0" dirty="0">
                          <a:solidFill>
                            <a:srgbClr val="D9D9D9"/>
                          </a:solidFill>
                          <a:latin typeface="Arial" panose="020B0604020202020204" pitchFamily="34" charset="0"/>
                          <a:cs typeface="Arial" panose="020B0604020202020204" pitchFamily="34" charset="0"/>
                        </a:rPr>
                        <a:t>layout</a:t>
                      </a:r>
                      <a:r>
                        <a:rPr lang="en-US" sz="1800" baseline="0" noProof="0" dirty="0">
                          <a:solidFill>
                            <a:srgbClr val="D9D9D9"/>
                          </a:solidFill>
                          <a:latin typeface="Arial" panose="020B0604020202020204" pitchFamily="34" charset="0"/>
                          <a:cs typeface="Arial" panose="020B0604020202020204" pitchFamily="34" charset="0"/>
                        </a:rPr>
                        <a:t>.</a:t>
                      </a:r>
                      <a:endParaRPr lang="en-US" sz="1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rowSpan="2"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32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noProof="0">
                          <a:solidFill>
                            <a:srgbClr val="D9D9D9"/>
                          </a:solidFill>
                          <a:latin typeface="Arial" panose="020B0604020202020204" pitchFamily="34" charset="0"/>
                          <a:cs typeface="Arial" panose="020B0604020202020204" pitchFamily="34" charset="0"/>
                        </a:rPr>
                        <a:t>The Quick Start</a:t>
                      </a:r>
                      <a:r>
                        <a:rPr lang="en-US" sz="2800" baseline="0" noProof="0">
                          <a:solidFill>
                            <a:srgbClr val="D9D9D9"/>
                          </a:solidFill>
                          <a:latin typeface="Arial" panose="020B0604020202020204" pitchFamily="34" charset="0"/>
                          <a:cs typeface="Arial" panose="020B0604020202020204" pitchFamily="34" charset="0"/>
                        </a:rPr>
                        <a:t> Guides</a:t>
                      </a:r>
                      <a:r>
                        <a:rPr lang="en-US" sz="2800" noProof="0">
                          <a:solidFill>
                            <a:srgbClr val="D9D9D9"/>
                          </a:solidFill>
                          <a:latin typeface="Arial" panose="020B0604020202020204" pitchFamily="34" charset="0"/>
                          <a:cs typeface="Arial" panose="020B0604020202020204" pitchFamily="34" charset="0"/>
                        </a:rPr>
                        <a:t> </a:t>
                      </a:r>
                      <a:r>
                        <a:rPr lang="en-US" sz="2800" u="sng" noProof="0">
                          <a:solidFill>
                            <a:srgbClr val="D9D9D9"/>
                          </a:solidFill>
                          <a:latin typeface="Arial" panose="020B0604020202020204" pitchFamily="34" charset="0"/>
                          <a:cs typeface="Arial" panose="020B0604020202020204" pitchFamily="34" charset="0"/>
                        </a:rPr>
                        <a:t>are outside the template’s printable area</a:t>
                      </a:r>
                      <a:r>
                        <a:rPr lang="en-US" sz="2800" noProof="0">
                          <a:solidFill>
                            <a:srgbClr val="D9D9D9"/>
                          </a:solidFill>
                          <a:latin typeface="Arial" panose="020B0604020202020204" pitchFamily="34" charset="0"/>
                          <a:cs typeface="Arial" panose="020B0604020202020204" pitchFamily="34" charset="0"/>
                        </a:rPr>
                        <a:t> and they will not be on the printed poster</a:t>
                      </a:r>
                      <a:r>
                        <a:rPr lang="en-US" sz="28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28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2800" baseline="0" noProof="0">
                          <a:solidFill>
                            <a:srgbClr val="D9D9D9"/>
                          </a:solidFill>
                          <a:latin typeface="Arial" panose="020B0604020202020204" pitchFamily="34" charset="0"/>
                          <a:cs typeface="Arial" panose="020B0604020202020204" pitchFamily="34" charset="0"/>
                        </a:rPr>
                        <a:t>To hide the guides click on the </a:t>
                      </a:r>
                      <a:r>
                        <a:rPr lang="en-US" sz="2800" b="1" baseline="0" noProof="0">
                          <a:solidFill>
                            <a:srgbClr val="D9D9D9"/>
                          </a:solidFill>
                          <a:latin typeface="Arial" panose="020B0604020202020204" pitchFamily="34" charset="0"/>
                          <a:cs typeface="Arial" panose="020B0604020202020204" pitchFamily="34" charset="0"/>
                        </a:rPr>
                        <a:t>Home</a:t>
                      </a:r>
                      <a:r>
                        <a:rPr lang="en-US" sz="2800" baseline="0" noProof="0">
                          <a:solidFill>
                            <a:srgbClr val="D9D9D9"/>
                          </a:solidFill>
                          <a:latin typeface="Arial" panose="020B0604020202020204" pitchFamily="34" charset="0"/>
                          <a:cs typeface="Arial" panose="020B0604020202020204" pitchFamily="34" charset="0"/>
                        </a:rPr>
                        <a:t> tab (top of the screen) and then click on the </a:t>
                      </a:r>
                      <a:r>
                        <a:rPr lang="en-US" sz="2800" b="1"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2800" b="1" baseline="0" noProof="0">
                          <a:solidFill>
                            <a:srgbClr val="D9D9D9"/>
                          </a:solidFill>
                          <a:latin typeface="Arial" panose="020B0604020202020204" pitchFamily="34" charset="0"/>
                          <a:cs typeface="Arial" panose="020B0604020202020204" pitchFamily="34" charset="0"/>
                        </a:rPr>
                        <a:t>Without Guides </a:t>
                      </a:r>
                      <a:r>
                        <a:rPr lang="en-US" sz="2800" b="0" baseline="0" noProof="0">
                          <a:solidFill>
                            <a:srgbClr val="D9D9D9"/>
                          </a:solidFill>
                          <a:latin typeface="Arial" panose="020B0604020202020204" pitchFamily="34" charset="0"/>
                          <a:cs typeface="Arial" panose="020B0604020202020204" pitchFamily="34" charset="0"/>
                        </a:rPr>
                        <a:t>layout</a:t>
                      </a:r>
                      <a:r>
                        <a:rPr lang="en-US" sz="2800" baseline="0" noProof="0">
                          <a:solidFill>
                            <a:srgbClr val="D9D9D9"/>
                          </a:solidFill>
                          <a:latin typeface="Arial" panose="020B0604020202020204" pitchFamily="34" charset="0"/>
                          <a:cs typeface="Arial" panose="020B0604020202020204" pitchFamily="34" charset="0"/>
                        </a:rPr>
                        <a:t>.</a:t>
                      </a: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5"/>
                  </a:ext>
                </a:extLst>
              </a:tr>
              <a:tr h="5446460">
                <a:tc>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0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gridSpan="2" v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800" noProof="0" dirty="0">
                        <a:solidFill>
                          <a:srgbClr val="D9D9D9"/>
                        </a:solidFill>
                        <a:latin typeface="Arial" panose="020B0604020202020204" pitchFamily="34" charset="0"/>
                        <a:cs typeface="Arial" panose="020B0604020202020204" pitchFamily="34" charset="0"/>
                      </a:endParaRPr>
                    </a:p>
                  </a:txBody>
                  <a:tcPr marL="182880" marT="137160">
                    <a:solidFill>
                      <a:srgbClr val="010101"/>
                    </a:solidFill>
                  </a:tcPr>
                </a:tc>
                <a:tc hMerge="1" vMerge="1">
                  <a:txBody>
                    <a:bodyPr/>
                    <a:lstStyle/>
                    <a:p>
                      <a:endParaRPr lang="en-US"/>
                    </a:p>
                  </a:txBody>
                  <a:tcPr/>
                </a:tc>
                <a:extLst>
                  <a:ext uri="{0D108BD9-81ED-4DB2-BD59-A6C34878D82A}">
                    <a16:rowId xmlns:a16="http://schemas.microsoft.com/office/drawing/2014/main" val="1766341567"/>
                  </a:ext>
                </a:extLst>
              </a:tr>
              <a:tr h="4626677">
                <a:tc>
                  <a:txBody>
                    <a:bodyPr/>
                    <a:lstStyle/>
                    <a:p>
                      <a:pPr rtl="0"/>
                      <a:r>
                        <a:rPr lang="en-US" sz="2400" b="1" dirty="0">
                          <a:solidFill>
                            <a:srgbClr val="FFC000"/>
                          </a:solidFill>
                          <a:latin typeface="Arial" panose="020B0604020202020204" pitchFamily="34" charset="0"/>
                          <a:cs typeface="Arial" panose="020B0604020202020204" pitchFamily="34" charset="0"/>
                        </a:rPr>
                        <a:t>How to</a:t>
                      </a:r>
                      <a:r>
                        <a:rPr lang="en-US" sz="2400" b="1" baseline="0" dirty="0">
                          <a:solidFill>
                            <a:srgbClr val="FFC000"/>
                          </a:solidFill>
                          <a:latin typeface="Arial" panose="020B0604020202020204" pitchFamily="34" charset="0"/>
                          <a:cs typeface="Arial" panose="020B0604020202020204" pitchFamily="34" charset="0"/>
                        </a:rPr>
                        <a:t> preview your poster prior to printing</a:t>
                      </a:r>
                      <a:endParaRPr lang="en-US" sz="2400" b="1" dirty="0">
                        <a:solidFill>
                          <a:srgbClr val="FFC000"/>
                        </a:solidFill>
                        <a:latin typeface="Arial" panose="020B0604020202020204" pitchFamily="34" charset="0"/>
                        <a:cs typeface="Arial" panose="020B0604020202020204" pitchFamily="34" charset="0"/>
                      </a:endParaRPr>
                    </a:p>
                    <a:p>
                      <a:pPr rtl="0"/>
                      <a:r>
                        <a:rPr lang="en-US" sz="2000" dirty="0">
                          <a:solidFill>
                            <a:srgbClr val="D9D9D9"/>
                          </a:solidFill>
                          <a:latin typeface="Arial" panose="020B0604020202020204" pitchFamily="34" charset="0"/>
                          <a:cs typeface="Arial" panose="020B0604020202020204" pitchFamily="34" charset="0"/>
                        </a:rPr>
                        <a:t>You can preview your poster at any time by pressing the </a:t>
                      </a:r>
                      <a:r>
                        <a:rPr lang="en-US" sz="2000" dirty="0">
                          <a:solidFill>
                            <a:srgbClr val="FFC000"/>
                          </a:solidFill>
                          <a:latin typeface="Arial" panose="020B0604020202020204" pitchFamily="34" charset="0"/>
                          <a:cs typeface="Arial" panose="020B0604020202020204" pitchFamily="34" charset="0"/>
                        </a:rPr>
                        <a:t>F5 key</a:t>
                      </a:r>
                      <a:r>
                        <a:rPr lang="en-US" sz="20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2000" dirty="0">
                          <a:solidFill>
                            <a:srgbClr val="FFC000"/>
                          </a:solidFill>
                          <a:latin typeface="Arial" panose="020B0604020202020204" pitchFamily="34" charset="0"/>
                          <a:cs typeface="Arial" panose="020B0604020202020204" pitchFamily="34" charset="0"/>
                        </a:rPr>
                        <a:t>ESC key </a:t>
                      </a:r>
                      <a:r>
                        <a:rPr lang="en-US" sz="2000" dirty="0">
                          <a:solidFill>
                            <a:srgbClr val="D9D9D9"/>
                          </a:solidFill>
                          <a:latin typeface="Arial" panose="020B0604020202020204" pitchFamily="34" charset="0"/>
                          <a:cs typeface="Arial" panose="020B0604020202020204" pitchFamily="34" charset="0"/>
                        </a:rPr>
                        <a:t>to exit Preview.</a:t>
                      </a:r>
                    </a:p>
                  </a:txBody>
                  <a:tcPr marL="182880" marT="137160">
                    <a:solidFill>
                      <a:srgbClr val="010101"/>
                    </a:solidFill>
                  </a:tcPr>
                </a:tc>
                <a:tc gridSpan="2">
                  <a:txBody>
                    <a:bodyPr/>
                    <a:lstStyle/>
                    <a:p>
                      <a:pPr rtl="0"/>
                      <a:r>
                        <a:rPr lang="en-US" sz="8800" b="1" dirty="0">
                          <a:solidFill>
                            <a:srgbClr val="D9D9D9"/>
                          </a:solidFill>
                          <a:latin typeface="Arial" panose="020B0604020202020204" pitchFamily="34" charset="0"/>
                          <a:cs typeface="Arial" panose="020B0604020202020204" pitchFamily="34" charset="0"/>
                        </a:rPr>
                        <a:t>F5</a:t>
                      </a:r>
                      <a:r>
                        <a:rPr lang="en-US" sz="1800" baseline="0" dirty="0">
                          <a:solidFill>
                            <a:srgbClr val="D9D9D9"/>
                          </a:solidFill>
                          <a:latin typeface="Arial" panose="020B0604020202020204" pitchFamily="34" charset="0"/>
                          <a:cs typeface="Arial" panose="020B0604020202020204" pitchFamily="34" charset="0"/>
                        </a:rPr>
                        <a:t> </a:t>
                      </a:r>
                      <a:endParaRPr lang="en-US" sz="1800" dirty="0">
                        <a:solidFill>
                          <a:srgbClr val="D9D9D9"/>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tc hMerge="1">
                  <a:txBody>
                    <a:bodyPr/>
                    <a:lstStyle/>
                    <a:p>
                      <a:pPr algn="ctr"/>
                      <a:r>
                        <a:rPr lang="en-US" sz="13800" b="1" dirty="0">
                          <a:solidFill>
                            <a:srgbClr val="D9D9D9"/>
                          </a:solidFill>
                          <a:latin typeface="Arial" panose="020B0604020202020204" pitchFamily="34" charset="0"/>
                          <a:cs typeface="Arial" panose="020B0604020202020204" pitchFamily="34" charset="0"/>
                        </a:rPr>
                        <a:t>F5</a:t>
                      </a:r>
                      <a:r>
                        <a:rPr lang="en-US" sz="2800" baseline="0" dirty="0">
                          <a:solidFill>
                            <a:srgbClr val="D9D9D9"/>
                          </a:solidFill>
                          <a:latin typeface="Arial" panose="020B0604020202020204" pitchFamily="34" charset="0"/>
                          <a:cs typeface="Arial" panose="020B0604020202020204" pitchFamily="34" charset="0"/>
                        </a:rPr>
                        <a:t> </a:t>
                      </a:r>
                      <a:endParaRPr lang="en-US" sz="6000" dirty="0"/>
                    </a:p>
                  </a:txBody>
                  <a:tcPr marL="182880" marT="137160" anchor="ctr">
                    <a:solidFill>
                      <a:schemeClr val="tx1">
                        <a:lumMod val="95000"/>
                        <a:lumOff val="5000"/>
                      </a:schemeClr>
                    </a:solidFill>
                  </a:tcPr>
                </a:tc>
                <a:extLst>
                  <a:ext uri="{0D108BD9-81ED-4DB2-BD59-A6C34878D82A}">
                    <a16:rowId xmlns:a16="http://schemas.microsoft.com/office/drawing/2014/main" val="10006"/>
                  </a:ext>
                </a:extLst>
              </a:tr>
              <a:tr h="5308827">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20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When you are ready to have your poster printed go online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and click on the "</a:t>
                      </a:r>
                      <a:r>
                        <a:rPr lang="en-US" sz="1800" noProof="0" dirty="0">
                          <a:solidFill>
                            <a:srgbClr val="FFC000"/>
                          </a:solidFill>
                          <a:latin typeface="Arial"/>
                          <a:cs typeface="Arial"/>
                        </a:rPr>
                        <a:t>Order Your Poster</a:t>
                      </a:r>
                      <a:r>
                        <a:rPr lang="en-US" sz="18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1800" noProof="0" dirty="0">
                          <a:solidFill>
                            <a:srgbClr val="D9D9D9"/>
                          </a:solidFill>
                          <a:latin typeface="Arial"/>
                          <a:cs typeface="Arial"/>
                        </a:rPr>
                      </a:br>
                      <a:r>
                        <a:rPr lang="en-US" sz="1800" noProof="0" dirty="0">
                          <a:solidFill>
                            <a:srgbClr val="D9D9D9"/>
                          </a:solidFill>
                          <a:latin typeface="Arial"/>
                          <a:cs typeface="Arial"/>
                        </a:rPr>
                        <a:t>Go to </a:t>
                      </a:r>
                      <a:r>
                        <a:rPr lang="en-US" sz="1800" noProof="0" dirty="0" err="1">
                          <a:solidFill>
                            <a:srgbClr val="FFC000"/>
                          </a:solidFill>
                          <a:latin typeface="Arial"/>
                          <a:cs typeface="Arial"/>
                        </a:rPr>
                        <a:t>PosterPresentations.com</a:t>
                      </a:r>
                      <a:r>
                        <a:rPr lang="en-US" sz="1800" noProof="0" dirty="0">
                          <a:solidFill>
                            <a:srgbClr val="D9D9D9"/>
                          </a:solidFill>
                          <a:latin typeface="Arial"/>
                          <a:cs typeface="Arial"/>
                        </a:rPr>
                        <a:t> for more information.</a:t>
                      </a:r>
                    </a:p>
                  </a:txBody>
                  <a:tcPr marL="182880" marT="137160">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1047130">
                <a:tc gridSpan="3">
                  <a:txBody>
                    <a:bodyPr/>
                    <a:lstStyle/>
                    <a:p>
                      <a:endParaRPr lang="en-US" sz="1800" dirty="0">
                        <a:solidFill>
                          <a:srgbClr val="1F3A4E"/>
                        </a:solidFill>
                      </a:endParaRPr>
                    </a:p>
                  </a:txBody>
                  <a:tcPr marL="182880" marT="137160">
                    <a:blipFill dpi="0" rotWithShape="1">
                      <a:blip r:embed="rId9">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1130052">
                <a:tc gridSpan="2">
                  <a:txBody>
                    <a:bodyPr/>
                    <a:lstStyle/>
                    <a:p>
                      <a:pPr>
                        <a:lnSpc>
                          <a:spcPts val="2600"/>
                        </a:lnSpc>
                      </a:pPr>
                      <a:r>
                        <a:rPr lang="en-US" sz="1800" dirty="0">
                          <a:solidFill>
                            <a:schemeClr val="bg1">
                              <a:lumMod val="85000"/>
                            </a:schemeClr>
                          </a:solidFill>
                          <a:latin typeface="Arial"/>
                          <a:cs typeface="Arial"/>
                        </a:rPr>
                        <a:t>© 2019</a:t>
                      </a:r>
                      <a:r>
                        <a:rPr lang="en-US" sz="1800" baseline="0" dirty="0">
                          <a:solidFill>
                            <a:schemeClr val="bg1">
                              <a:lumMod val="85000"/>
                            </a:schemeClr>
                          </a:solidFill>
                          <a:latin typeface="Arial"/>
                          <a:cs typeface="Arial"/>
                        </a:rPr>
                        <a:t> </a:t>
                      </a:r>
                      <a:r>
                        <a:rPr lang="en-US" sz="1800" dirty="0" err="1">
                          <a:solidFill>
                            <a:schemeClr val="bg1">
                              <a:lumMod val="85000"/>
                            </a:schemeClr>
                          </a:solidFill>
                          <a:latin typeface="Arial"/>
                          <a:cs typeface="Arial"/>
                        </a:rPr>
                        <a:t>PosterPresentations.com</a:t>
                      </a:r>
                      <a:br>
                        <a:rPr lang="en-US" sz="1800" dirty="0">
                          <a:solidFill>
                            <a:schemeClr val="bg1">
                              <a:lumMod val="85000"/>
                            </a:schemeClr>
                          </a:solidFill>
                          <a:latin typeface="Arial"/>
                          <a:cs typeface="Arial"/>
                        </a:rPr>
                      </a:br>
                      <a:r>
                        <a:rPr lang="en-US" sz="1800" dirty="0">
                          <a:solidFill>
                            <a:schemeClr val="bg1">
                              <a:lumMod val="85000"/>
                            </a:schemeClr>
                          </a:solidFill>
                          <a:latin typeface="Arial"/>
                          <a:cs typeface="Arial"/>
                        </a:rPr>
                        <a:t>2117 Fourth Street ,</a:t>
                      </a:r>
                      <a:r>
                        <a:rPr lang="en-US" sz="1800" baseline="0" dirty="0">
                          <a:solidFill>
                            <a:schemeClr val="bg1">
                              <a:lumMod val="85000"/>
                            </a:schemeClr>
                          </a:solidFill>
                          <a:latin typeface="Arial"/>
                          <a:cs typeface="Arial"/>
                        </a:rPr>
                        <a:t> STE C        </a:t>
                      </a:r>
                    </a:p>
                    <a:p>
                      <a:pPr>
                        <a:lnSpc>
                          <a:spcPts val="2600"/>
                        </a:lnSpc>
                      </a:pPr>
                      <a:r>
                        <a:rPr lang="en-US" sz="1800" baseline="0" dirty="0">
                          <a:solidFill>
                            <a:schemeClr val="bg1">
                              <a:lumMod val="85000"/>
                            </a:schemeClr>
                          </a:solidFill>
                          <a:latin typeface="Arial"/>
                          <a:cs typeface="Arial"/>
                        </a:rPr>
                        <a:t>Berkeley CA 94710 USA</a:t>
                      </a:r>
                      <a:endParaRPr lang="en-US" sz="1800" dirty="0">
                        <a:solidFill>
                          <a:schemeClr val="bg1">
                            <a:lumMod val="85000"/>
                          </a:schemeClr>
                        </a:solidFill>
                        <a:latin typeface="Arial"/>
                        <a:cs typeface="Arial"/>
                      </a:endParaRPr>
                    </a:p>
                  </a:txBody>
                  <a:tcPr marL="182880" marT="137160">
                    <a:solidFill>
                      <a:srgbClr val="010101"/>
                    </a:solidFill>
                  </a:tcPr>
                </a:tc>
                <a:tc hMerge="1">
                  <a:txBody>
                    <a:bodyPr/>
                    <a:lstStyle/>
                    <a:p>
                      <a:pPr>
                        <a:lnSpc>
                          <a:spcPts val="2600"/>
                        </a:lnSpc>
                      </a:pPr>
                      <a:endParaRPr lang="en-US" sz="2400" dirty="0">
                        <a:solidFill>
                          <a:schemeClr val="bg1">
                            <a:lumMod val="85000"/>
                          </a:schemeClr>
                        </a:solidFill>
                        <a:latin typeface="Arial"/>
                        <a:cs typeface="Arial"/>
                      </a:endParaRPr>
                    </a:p>
                  </a:txBody>
                  <a:tcPr marL="182880" marT="137160">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800" b="1" dirty="0">
                          <a:solidFill>
                            <a:srgbClr val="D0D0D0"/>
                          </a:solidFill>
                          <a:latin typeface="Arial"/>
                          <a:cs typeface="Arial"/>
                        </a:rPr>
                        <a:t>For complete tutorials</a:t>
                      </a:r>
                      <a:r>
                        <a:rPr lang="en-US" sz="18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400" b="1" dirty="0">
                          <a:solidFill>
                            <a:srgbClr val="FFC000"/>
                          </a:solidFill>
                          <a:latin typeface="Arial"/>
                          <a:cs typeface="Arial"/>
                        </a:rPr>
                        <a:t>https://</a:t>
                      </a:r>
                      <a:r>
                        <a:rPr lang="en-US" sz="1400" b="1" dirty="0" err="1">
                          <a:solidFill>
                            <a:srgbClr val="FFC000"/>
                          </a:solidFill>
                          <a:latin typeface="Arial"/>
                          <a:cs typeface="Arial"/>
                        </a:rPr>
                        <a:t>www.posterpresentations.com</a:t>
                      </a:r>
                      <a:r>
                        <a:rPr lang="en-US" sz="1400" b="1" dirty="0">
                          <a:solidFill>
                            <a:srgbClr val="FFC000"/>
                          </a:solidFill>
                          <a:latin typeface="Arial"/>
                          <a:cs typeface="Arial"/>
                        </a:rPr>
                        <a:t>/</a:t>
                      </a:r>
                      <a:r>
                        <a:rPr lang="en-US" sz="1400" b="1" dirty="0" err="1">
                          <a:solidFill>
                            <a:srgbClr val="FFC000"/>
                          </a:solidFill>
                          <a:latin typeface="Arial"/>
                          <a:cs typeface="Arial"/>
                        </a:rPr>
                        <a:t>helpdesk.html</a:t>
                      </a:r>
                      <a:endParaRPr lang="en-US" sz="9600" dirty="0"/>
                    </a:p>
                  </a:txBody>
                  <a:tcPr marL="182880" marT="137160">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 name="Text Box 14"/>
          <p:cNvSpPr txBox="1">
            <a:spLocks noChangeArrowheads="1"/>
          </p:cNvSpPr>
          <p:nvPr/>
        </p:nvSpPr>
        <p:spPr bwMode="auto">
          <a:xfrm>
            <a:off x="1086753" y="29699043"/>
            <a:ext cx="1578661" cy="230633"/>
          </a:xfrm>
          <a:prstGeom prst="rect">
            <a:avLst/>
          </a:prstGeom>
          <a:noFill/>
          <a:ln w="9525">
            <a:noFill/>
            <a:miter lim="800000"/>
            <a:headEnd/>
            <a:tailEnd/>
          </a:ln>
          <a:effectLst/>
        </p:spPr>
        <p:txBody>
          <a:bodyPr wrap="square" lIns="63187" tIns="31588" rIns="63187" bIns="31588">
            <a:spAutoFit/>
          </a:bodyPr>
          <a:lstStyle/>
          <a:p>
            <a:pPr eaLnBrk="0" hangingPunct="0">
              <a:lnSpc>
                <a:spcPct val="65000"/>
              </a:lnSpc>
              <a:spcBef>
                <a:spcPct val="50000"/>
              </a:spcBef>
              <a:defRPr/>
            </a:pPr>
            <a:r>
              <a:rPr lang="en-US" sz="4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3448820764"/>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jpeg"/><Relationship Id="rId10" Type="http://schemas.openxmlformats.org/officeDocument/2006/relationships/image" Target="../media/image14.png"/><Relationship Id="rId4" Type="http://schemas.openxmlformats.org/officeDocument/2006/relationships/image" Target="../media/image8.jpeg"/><Relationship Id="rId9"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3F0F9E90-FAA0-694D-A385-A29160674B09}"/>
              </a:ext>
            </a:extLst>
          </p:cNvPr>
          <p:cNvSpPr>
            <a:spLocks noGrp="1"/>
          </p:cNvSpPr>
          <p:nvPr>
            <p:ph type="body" sz="quarter" idx="10"/>
          </p:nvPr>
        </p:nvSpPr>
        <p:spPr>
          <a:xfrm>
            <a:off x="440616" y="5742087"/>
            <a:ext cx="10101856" cy="1304510"/>
          </a:xfrm>
        </p:spPr>
        <p:txBody>
          <a:bodyPr/>
          <a:lstStyle/>
          <a:p>
            <a:r>
              <a:rPr lang="en-US" altLang="ko-KR" b="1" dirty="0"/>
              <a:t>K-pop</a:t>
            </a:r>
            <a:r>
              <a:rPr lang="ko-KR" altLang="en-US" dirty="0"/>
              <a:t>은 전 세계적으로 성장하며 아티스트와 팬 사이의 강한 유대관계를 중심으로 한 독특한 문화 생태계를 형성하고 있으나</a:t>
            </a:r>
            <a:r>
              <a:rPr lang="en-US" altLang="ko-KR" dirty="0"/>
              <a:t>, </a:t>
            </a:r>
            <a:r>
              <a:rPr lang="ko-KR" altLang="en-US" dirty="0"/>
              <a:t>기존의 음악 추천 시스템은 고질적인 </a:t>
            </a:r>
            <a:endParaRPr lang="en-US" altLang="ko-KR" dirty="0"/>
          </a:p>
          <a:p>
            <a:r>
              <a:rPr lang="ko-KR" altLang="en-US" b="1" dirty="0"/>
              <a:t>콜드 스타트 </a:t>
            </a:r>
            <a:r>
              <a:rPr lang="ko-KR" altLang="en-US" dirty="0"/>
              <a:t>문제를 안고 있다</a:t>
            </a:r>
            <a:r>
              <a:rPr lang="en-US" altLang="ko-KR" dirty="0"/>
              <a:t>. </a:t>
            </a:r>
            <a:endParaRPr lang="en-US" dirty="0"/>
          </a:p>
        </p:txBody>
      </p:sp>
      <p:sp>
        <p:nvSpPr>
          <p:cNvPr id="29" name="Text Placeholder 28">
            <a:extLst>
              <a:ext uri="{FF2B5EF4-FFF2-40B4-BE49-F238E27FC236}">
                <a16:creationId xmlns:a16="http://schemas.microsoft.com/office/drawing/2014/main" id="{FCB797DF-A438-244B-B34C-CCF348A4370E}"/>
              </a:ext>
            </a:extLst>
          </p:cNvPr>
          <p:cNvSpPr>
            <a:spLocks noGrp="1"/>
          </p:cNvSpPr>
          <p:nvPr>
            <p:ph type="body" sz="quarter" idx="11"/>
          </p:nvPr>
        </p:nvSpPr>
        <p:spPr>
          <a:xfrm>
            <a:off x="449463" y="5219442"/>
            <a:ext cx="10093882" cy="566030"/>
          </a:xfrm>
        </p:spPr>
        <p:txBody>
          <a:bodyPr/>
          <a:lstStyle/>
          <a:p>
            <a:r>
              <a:rPr lang="en-US" dirty="0"/>
              <a:t>Introduction</a:t>
            </a:r>
          </a:p>
        </p:txBody>
      </p:sp>
      <p:sp>
        <p:nvSpPr>
          <p:cNvPr id="30" name="Text Placeholder 29">
            <a:extLst>
              <a:ext uri="{FF2B5EF4-FFF2-40B4-BE49-F238E27FC236}">
                <a16:creationId xmlns:a16="http://schemas.microsoft.com/office/drawing/2014/main" id="{F756C91F-A769-8746-9736-6A1E2B721D6B}"/>
              </a:ext>
            </a:extLst>
          </p:cNvPr>
          <p:cNvSpPr>
            <a:spLocks noGrp="1"/>
          </p:cNvSpPr>
          <p:nvPr>
            <p:ph type="body" sz="quarter" idx="20"/>
          </p:nvPr>
        </p:nvSpPr>
        <p:spPr>
          <a:xfrm>
            <a:off x="667822" y="22688988"/>
            <a:ext cx="10096349" cy="566030"/>
          </a:xfrm>
        </p:spPr>
        <p:txBody>
          <a:bodyPr/>
          <a:lstStyle/>
          <a:p>
            <a:r>
              <a:rPr lang="en-US" dirty="0"/>
              <a:t>Method</a:t>
            </a:r>
          </a:p>
        </p:txBody>
      </p:sp>
      <p:sp>
        <p:nvSpPr>
          <p:cNvPr id="31" name="Text Placeholder 30">
            <a:extLst>
              <a:ext uri="{FF2B5EF4-FFF2-40B4-BE49-F238E27FC236}">
                <a16:creationId xmlns:a16="http://schemas.microsoft.com/office/drawing/2014/main" id="{4D8E9A6E-E5FF-AB49-84AA-3A4E1523DDE0}"/>
              </a:ext>
            </a:extLst>
          </p:cNvPr>
          <p:cNvSpPr>
            <a:spLocks noGrp="1"/>
          </p:cNvSpPr>
          <p:nvPr>
            <p:ph type="body" sz="quarter" idx="25"/>
          </p:nvPr>
        </p:nvSpPr>
        <p:spPr>
          <a:xfrm>
            <a:off x="10998199" y="18631412"/>
            <a:ext cx="10093752" cy="566030"/>
          </a:xfrm>
        </p:spPr>
        <p:txBody>
          <a:bodyPr/>
          <a:lstStyle/>
          <a:p>
            <a:r>
              <a:rPr lang="en-US" dirty="0"/>
              <a:t>Conclusion</a:t>
            </a:r>
          </a:p>
        </p:txBody>
      </p:sp>
      <p:sp>
        <p:nvSpPr>
          <p:cNvPr id="33" name="Text Placeholder 32">
            <a:extLst>
              <a:ext uri="{FF2B5EF4-FFF2-40B4-BE49-F238E27FC236}">
                <a16:creationId xmlns:a16="http://schemas.microsoft.com/office/drawing/2014/main" id="{B987F76A-25E5-8F4D-A08D-EFFBEAFC4DDD}"/>
              </a:ext>
            </a:extLst>
          </p:cNvPr>
          <p:cNvSpPr>
            <a:spLocks noGrp="1"/>
          </p:cNvSpPr>
          <p:nvPr>
            <p:ph type="body" sz="quarter" idx="27"/>
          </p:nvPr>
        </p:nvSpPr>
        <p:spPr>
          <a:xfrm>
            <a:off x="10880095" y="22405973"/>
            <a:ext cx="10090978" cy="566030"/>
          </a:xfrm>
        </p:spPr>
        <p:txBody>
          <a:bodyPr/>
          <a:lstStyle/>
          <a:p>
            <a:r>
              <a:rPr lang="en-US" dirty="0"/>
              <a:t>References</a:t>
            </a:r>
          </a:p>
        </p:txBody>
      </p:sp>
      <p:sp>
        <p:nvSpPr>
          <p:cNvPr id="34" name="Text Placeholder 33">
            <a:extLst>
              <a:ext uri="{FF2B5EF4-FFF2-40B4-BE49-F238E27FC236}">
                <a16:creationId xmlns:a16="http://schemas.microsoft.com/office/drawing/2014/main" id="{7D41EBDE-1609-3448-80A4-1C45137E7020}"/>
              </a:ext>
            </a:extLst>
          </p:cNvPr>
          <p:cNvSpPr>
            <a:spLocks noGrp="1"/>
          </p:cNvSpPr>
          <p:nvPr>
            <p:ph type="body" sz="quarter" idx="28"/>
          </p:nvPr>
        </p:nvSpPr>
        <p:spPr>
          <a:xfrm>
            <a:off x="10876226" y="22967065"/>
            <a:ext cx="10094847" cy="3951389"/>
          </a:xfrm>
        </p:spPr>
        <p:txBody>
          <a:bodyPr/>
          <a:lstStyle/>
          <a:p>
            <a:r>
              <a:rPr lang="en-US" altLang="ko-KR" dirty="0"/>
              <a:t>[1] Baek, Y.M, “Korean Soft Power: K-pop Media </a:t>
            </a:r>
            <a:r>
              <a:rPr lang="en-US" altLang="ko-KR" dirty="0" err="1"/>
              <a:t>Conu</a:t>
            </a:r>
            <a:r>
              <a:rPr lang="en-US" altLang="ko-KR" dirty="0"/>
              <a:t> </a:t>
            </a:r>
            <a:r>
              <a:rPr lang="en-US" altLang="ko-KR" dirty="0" err="1"/>
              <a:t>mption</a:t>
            </a:r>
            <a:r>
              <a:rPr lang="en-US" altLang="ko-KR" dirty="0"/>
              <a:t> Through the Lens of Attraction Psychology”, Kritika </a:t>
            </a:r>
            <a:r>
              <a:rPr lang="en-US" altLang="ko-KR" dirty="0" err="1"/>
              <a:t>Kultura</a:t>
            </a:r>
            <a:r>
              <a:rPr lang="en-US" altLang="ko-KR" dirty="0"/>
              <a:t>, 2016</a:t>
            </a:r>
          </a:p>
          <a:p>
            <a:endParaRPr lang="ko-KR" altLang="ko-KR" dirty="0"/>
          </a:p>
          <a:p>
            <a:r>
              <a:rPr lang="en-US" altLang="ko-KR" dirty="0"/>
              <a:t>[2] Ferraro A., Kim Y., Lee S., “Melon Playlist Dataset: a public dataset for audio-based playlist generation an d music tagging”, International Conference on </a:t>
            </a:r>
            <a:r>
              <a:rPr lang="en-US" altLang="ko-KR" dirty="0" err="1"/>
              <a:t>Acous</a:t>
            </a:r>
            <a:r>
              <a:rPr lang="en-US" altLang="ko-KR" dirty="0"/>
              <a:t> tics, Speech and Signal Processing, ICASSP 2021</a:t>
            </a:r>
          </a:p>
          <a:p>
            <a:endParaRPr lang="ko-KR" altLang="ko-KR" dirty="0"/>
          </a:p>
          <a:p>
            <a:r>
              <a:rPr lang="en-US" altLang="ko-KR" dirty="0"/>
              <a:t>[3] He, X., Deng, K., Wang, X., Li, Y., Zhang, Y., &amp;Wang, M. (2020). </a:t>
            </a:r>
            <a:r>
              <a:rPr lang="en-US" altLang="ko-KR" dirty="0" err="1"/>
              <a:t>LightGCN</a:t>
            </a:r>
            <a:r>
              <a:rPr lang="en-US" altLang="ko-KR" dirty="0"/>
              <a:t>: Simplifying and Powering Gra </a:t>
            </a:r>
            <a:r>
              <a:rPr lang="en-US" altLang="ko-KR" dirty="0" err="1"/>
              <a:t>ph</a:t>
            </a:r>
            <a:r>
              <a:rPr lang="en-US" altLang="ko-KR" dirty="0"/>
              <a:t> Convolution Network for Recommendation. Proc </a:t>
            </a:r>
            <a:r>
              <a:rPr lang="en-US" altLang="ko-KR" dirty="0" err="1"/>
              <a:t>eedings</a:t>
            </a:r>
            <a:r>
              <a:rPr lang="en-US" altLang="ko-KR" dirty="0"/>
              <a:t> of the 43rd International ACM SIGIR Confer </a:t>
            </a:r>
            <a:r>
              <a:rPr lang="en-US" altLang="ko-KR" dirty="0" err="1"/>
              <a:t>ence</a:t>
            </a:r>
            <a:r>
              <a:rPr lang="en-US" altLang="ko-KR" dirty="0"/>
              <a:t> on Research and Development in Information R </a:t>
            </a:r>
            <a:r>
              <a:rPr lang="en-US" altLang="ko-KR" dirty="0" err="1"/>
              <a:t>etrieval</a:t>
            </a:r>
            <a:r>
              <a:rPr lang="en-US" altLang="ko-KR" dirty="0"/>
              <a:t>, 639–648.</a:t>
            </a:r>
            <a:endParaRPr lang="ko-KR" altLang="ko-KR" dirty="0"/>
          </a:p>
        </p:txBody>
      </p:sp>
      <p:sp>
        <p:nvSpPr>
          <p:cNvPr id="38" name="Text Placeholder 37">
            <a:extLst>
              <a:ext uri="{FF2B5EF4-FFF2-40B4-BE49-F238E27FC236}">
                <a16:creationId xmlns:a16="http://schemas.microsoft.com/office/drawing/2014/main" id="{0F56D88A-4B12-0F47-8D8A-2F1828CAE02A}"/>
              </a:ext>
            </a:extLst>
          </p:cNvPr>
          <p:cNvSpPr>
            <a:spLocks noGrp="1"/>
          </p:cNvSpPr>
          <p:nvPr>
            <p:ph type="body" sz="quarter" idx="150"/>
          </p:nvPr>
        </p:nvSpPr>
        <p:spPr>
          <a:xfrm>
            <a:off x="429215" y="3796295"/>
            <a:ext cx="20541858" cy="769233"/>
          </a:xfrm>
        </p:spPr>
        <p:txBody>
          <a:bodyPr/>
          <a:lstStyle/>
          <a:p>
            <a:pPr algn="l"/>
            <a:r>
              <a:rPr lang="en-US" dirty="0" err="1"/>
              <a:t>Kangnam</a:t>
            </a:r>
            <a:r>
              <a:rPr lang="en-US" dirty="0"/>
              <a:t> University, Korea</a:t>
            </a:r>
          </a:p>
        </p:txBody>
      </p:sp>
      <p:sp>
        <p:nvSpPr>
          <p:cNvPr id="39" name="Text Placeholder 38">
            <a:extLst>
              <a:ext uri="{FF2B5EF4-FFF2-40B4-BE49-F238E27FC236}">
                <a16:creationId xmlns:a16="http://schemas.microsoft.com/office/drawing/2014/main" id="{6F9BAE11-25C3-0846-BD60-EDC70290B378}"/>
              </a:ext>
            </a:extLst>
          </p:cNvPr>
          <p:cNvSpPr>
            <a:spLocks noGrp="1"/>
          </p:cNvSpPr>
          <p:nvPr>
            <p:ph type="body" sz="quarter" idx="151"/>
          </p:nvPr>
        </p:nvSpPr>
        <p:spPr>
          <a:xfrm>
            <a:off x="433387" y="2504505"/>
            <a:ext cx="20537685" cy="1318684"/>
          </a:xfrm>
        </p:spPr>
        <p:txBody>
          <a:bodyPr anchor="ctr" anchorCtr="0"/>
          <a:lstStyle/>
          <a:p>
            <a:pPr algn="l"/>
            <a:r>
              <a:rPr lang="en-US" dirty="0"/>
              <a:t>Young Joon Lee, and Chan </a:t>
            </a:r>
            <a:r>
              <a:rPr lang="en-US" dirty="0" err="1"/>
              <a:t>Hee</a:t>
            </a:r>
            <a:r>
              <a:rPr lang="en-US" dirty="0"/>
              <a:t> Kwak</a:t>
            </a:r>
          </a:p>
        </p:txBody>
      </p:sp>
      <p:sp>
        <p:nvSpPr>
          <p:cNvPr id="40" name="Text Placeholder 39">
            <a:extLst>
              <a:ext uri="{FF2B5EF4-FFF2-40B4-BE49-F238E27FC236}">
                <a16:creationId xmlns:a16="http://schemas.microsoft.com/office/drawing/2014/main" id="{4E095D28-F987-E544-B047-DF5F82B6C3C9}"/>
              </a:ext>
            </a:extLst>
          </p:cNvPr>
          <p:cNvSpPr>
            <a:spLocks noGrp="1"/>
          </p:cNvSpPr>
          <p:nvPr>
            <p:ph type="body" sz="quarter" idx="153"/>
          </p:nvPr>
        </p:nvSpPr>
        <p:spPr>
          <a:xfrm>
            <a:off x="449462" y="536916"/>
            <a:ext cx="20521611" cy="1886907"/>
          </a:xfrm>
        </p:spPr>
        <p:txBody>
          <a:bodyPr anchor="ctr" anchorCtr="0">
            <a:noAutofit/>
          </a:bodyPr>
          <a:lstStyle/>
          <a:p>
            <a:pPr algn="l"/>
            <a:r>
              <a:rPr lang="en-US" altLang="ko-KR" sz="6900" dirty="0"/>
              <a:t>K-pop </a:t>
            </a:r>
            <a:r>
              <a:rPr lang="ko-KR" altLang="en-US" sz="6900" dirty="0"/>
              <a:t>멤버</a:t>
            </a:r>
            <a:r>
              <a:rPr lang="en-US" altLang="ko-KR" sz="6900" dirty="0"/>
              <a:t>-</a:t>
            </a:r>
            <a:r>
              <a:rPr lang="ko-KR" altLang="en-US" sz="6900" dirty="0"/>
              <a:t>그룹 관계 지식 그래프를 융합한 </a:t>
            </a:r>
            <a:endParaRPr lang="en-US" altLang="ko-KR" sz="6900" dirty="0"/>
          </a:p>
          <a:p>
            <a:pPr algn="l"/>
            <a:r>
              <a:rPr lang="en-US" altLang="ko-KR" sz="6900" dirty="0" err="1"/>
              <a:t>LightGCN</a:t>
            </a:r>
            <a:r>
              <a:rPr lang="en-US" altLang="ko-KR" sz="6900" dirty="0"/>
              <a:t> </a:t>
            </a:r>
            <a:r>
              <a:rPr lang="ko-KR" altLang="en-US" sz="6900" dirty="0"/>
              <a:t>기반 음악 추천 시스템</a:t>
            </a:r>
            <a:endParaRPr lang="en-US" sz="6900" dirty="0"/>
          </a:p>
        </p:txBody>
      </p:sp>
      <p:pic>
        <p:nvPicPr>
          <p:cNvPr id="2" name="Picture 2" descr="강남대학교 심볼마크">
            <a:extLst>
              <a:ext uri="{FF2B5EF4-FFF2-40B4-BE49-F238E27FC236}">
                <a16:creationId xmlns:a16="http://schemas.microsoft.com/office/drawing/2014/main" id="{63373466-E39A-F576-10F6-A9BDA67C8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43699" y="1600568"/>
            <a:ext cx="2174423" cy="2174423"/>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8">
            <a:extLst>
              <a:ext uri="{FF2B5EF4-FFF2-40B4-BE49-F238E27FC236}">
                <a16:creationId xmlns:a16="http://schemas.microsoft.com/office/drawing/2014/main" id="{DAB4808E-8A3B-14CB-C2C1-0E37C4AD42F0}"/>
              </a:ext>
            </a:extLst>
          </p:cNvPr>
          <p:cNvSpPr txBox="1">
            <a:spLocks/>
          </p:cNvSpPr>
          <p:nvPr/>
        </p:nvSpPr>
        <p:spPr>
          <a:xfrm>
            <a:off x="428267" y="14634833"/>
            <a:ext cx="10093882" cy="566030"/>
          </a:xfrm>
          <a:prstGeom prst="rect">
            <a:avLst/>
          </a:prstGeom>
          <a:noFill/>
        </p:spPr>
        <p:txBody>
          <a:bodyPr wrap="square" lIns="63307" tIns="63307" rIns="63307" bIns="63307" anchor="ctr" anchorCtr="0">
            <a:spAutoFit/>
          </a:bodyPr>
          <a:lstStyle>
            <a:lvl1pPr marL="0" indent="0" algn="ctr" defTabSz="3038715" rtl="0" eaLnBrk="1" latinLnBrk="0" hangingPunct="1">
              <a:spcBef>
                <a:spcPct val="20000"/>
              </a:spcBef>
              <a:buFont typeface="Arial" pitchFamily="34" charset="0"/>
              <a:buNone/>
              <a:defRPr sz="2800" b="1" u="sng" kern="1200" baseline="0">
                <a:solidFill>
                  <a:schemeClr val="accent5">
                    <a:lumMod val="50000"/>
                  </a:schemeClr>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r>
              <a:rPr lang="en-US" dirty="0"/>
              <a:t>Dataset</a:t>
            </a:r>
          </a:p>
        </p:txBody>
      </p:sp>
      <p:cxnSp>
        <p:nvCxnSpPr>
          <p:cNvPr id="8" name="직선 화살표 연결선 7">
            <a:extLst>
              <a:ext uri="{FF2B5EF4-FFF2-40B4-BE49-F238E27FC236}">
                <a16:creationId xmlns:a16="http://schemas.microsoft.com/office/drawing/2014/main" id="{32302D99-20A8-41ED-696D-F0577CA0DDB9}"/>
              </a:ext>
            </a:extLst>
          </p:cNvPr>
          <p:cNvCxnSpPr>
            <a:cxnSpLocks/>
          </p:cNvCxnSpPr>
          <p:nvPr/>
        </p:nvCxnSpPr>
        <p:spPr>
          <a:xfrm flipV="1">
            <a:off x="3543168" y="8387943"/>
            <a:ext cx="560783" cy="650722"/>
          </a:xfrm>
          <a:prstGeom prst="straightConnector1">
            <a:avLst/>
          </a:prstGeom>
          <a:ln w="571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28189F0-298C-B58A-97BC-A74D326DA80B}"/>
              </a:ext>
            </a:extLst>
          </p:cNvPr>
          <p:cNvSpPr txBox="1"/>
          <p:nvPr/>
        </p:nvSpPr>
        <p:spPr>
          <a:xfrm>
            <a:off x="2768910" y="8096500"/>
            <a:ext cx="1297373" cy="707886"/>
          </a:xfrm>
          <a:prstGeom prst="rect">
            <a:avLst/>
          </a:prstGeom>
          <a:noFill/>
        </p:spPr>
        <p:txBody>
          <a:bodyPr wrap="square" rtlCol="0">
            <a:spAutoFit/>
          </a:bodyPr>
          <a:lstStyle/>
          <a:p>
            <a:r>
              <a:rPr lang="en-US" altLang="ko-KR" sz="2000" dirty="0">
                <a:latin typeface="Times New Roman" panose="02020603050405020304" pitchFamily="18" charset="0"/>
                <a:cs typeface="Times New Roman" panose="02020603050405020304" pitchFamily="18" charset="0"/>
              </a:rPr>
              <a:t>Interaction</a:t>
            </a:r>
          </a:p>
          <a:p>
            <a:r>
              <a:rPr lang="en-US" altLang="ko-KR" sz="2000" dirty="0">
                <a:latin typeface="Times New Roman" panose="02020603050405020304" pitchFamily="18" charset="0"/>
                <a:cs typeface="Times New Roman" panose="02020603050405020304" pitchFamily="18" charset="0"/>
              </a:rPr>
              <a:t>history</a:t>
            </a:r>
            <a:endParaRPr lang="ko-KR" altLang="en-US" sz="2000" dirty="0">
              <a:latin typeface="Times New Roman" panose="02020603050405020304" pitchFamily="18" charset="0"/>
              <a:cs typeface="Times New Roman" panose="02020603050405020304" pitchFamily="18" charset="0"/>
            </a:endParaRPr>
          </a:p>
        </p:txBody>
      </p:sp>
      <p:cxnSp>
        <p:nvCxnSpPr>
          <p:cNvPr id="13" name="직선 화살표 연결선 12">
            <a:extLst>
              <a:ext uri="{FF2B5EF4-FFF2-40B4-BE49-F238E27FC236}">
                <a16:creationId xmlns:a16="http://schemas.microsoft.com/office/drawing/2014/main" id="{96EFE6B0-7D98-B9AF-D913-CCE03F1694E6}"/>
              </a:ext>
            </a:extLst>
          </p:cNvPr>
          <p:cNvCxnSpPr>
            <a:cxnSpLocks/>
          </p:cNvCxnSpPr>
          <p:nvPr/>
        </p:nvCxnSpPr>
        <p:spPr>
          <a:xfrm>
            <a:off x="4253023" y="9943946"/>
            <a:ext cx="3701303"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54D96DBD-37AC-69EF-05CA-4E4E176BB93F}"/>
              </a:ext>
            </a:extLst>
          </p:cNvPr>
          <p:cNvSpPr txBox="1"/>
          <p:nvPr/>
        </p:nvSpPr>
        <p:spPr>
          <a:xfrm>
            <a:off x="5715997" y="9521664"/>
            <a:ext cx="810712" cy="400110"/>
          </a:xfrm>
          <a:prstGeom prst="rect">
            <a:avLst/>
          </a:prstGeom>
          <a:noFill/>
        </p:spPr>
        <p:txBody>
          <a:bodyPr wrap="square" rtlCol="0">
            <a:spAutoFit/>
          </a:bodyPr>
          <a:lstStyle/>
          <a:p>
            <a:r>
              <a:rPr lang="en-US" altLang="ko-KR" sz="2000" dirty="0">
                <a:latin typeface="Times New Roman" panose="02020603050405020304" pitchFamily="18" charset="0"/>
                <a:cs typeface="Times New Roman" panose="02020603050405020304" pitchFamily="18" charset="0"/>
              </a:rPr>
              <a:t>Prefer</a:t>
            </a:r>
            <a:endParaRPr lang="ko-KR" altLang="en-US" sz="2000" dirty="0">
              <a:latin typeface="Times New Roman" panose="02020603050405020304" pitchFamily="18" charset="0"/>
              <a:cs typeface="Times New Roman" panose="02020603050405020304" pitchFamily="18" charset="0"/>
            </a:endParaRPr>
          </a:p>
        </p:txBody>
      </p:sp>
      <p:sp>
        <p:nvSpPr>
          <p:cNvPr id="15" name="사각형: 둥근 모서리 14">
            <a:extLst>
              <a:ext uri="{FF2B5EF4-FFF2-40B4-BE49-F238E27FC236}">
                <a16:creationId xmlns:a16="http://schemas.microsoft.com/office/drawing/2014/main" id="{09518C5C-CC92-6BEC-D397-E8CB2CDC7952}"/>
              </a:ext>
            </a:extLst>
          </p:cNvPr>
          <p:cNvSpPr/>
          <p:nvPr/>
        </p:nvSpPr>
        <p:spPr>
          <a:xfrm>
            <a:off x="1140097" y="11668526"/>
            <a:ext cx="8479683" cy="1304510"/>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4400" dirty="0"/>
              <a:t>Problem: Cold Start</a:t>
            </a:r>
          </a:p>
          <a:p>
            <a:pPr algn="ctr"/>
            <a:r>
              <a:rPr lang="en-US" altLang="ko-KR" sz="2400" dirty="0"/>
              <a:t>No</a:t>
            </a:r>
            <a:r>
              <a:rPr lang="ko-KR" altLang="en-US" sz="2400" dirty="0"/>
              <a:t> </a:t>
            </a:r>
            <a:r>
              <a:rPr lang="en-US" altLang="ko-KR" sz="2400" dirty="0"/>
              <a:t>interaction</a:t>
            </a:r>
            <a:r>
              <a:rPr lang="ko-KR" altLang="en-US" sz="2400" dirty="0"/>
              <a:t> </a:t>
            </a:r>
            <a:r>
              <a:rPr lang="en-US" altLang="ko-KR" sz="2400" dirty="0"/>
              <a:t>history </a:t>
            </a:r>
            <a:r>
              <a:rPr lang="ko-KR" altLang="en-US" sz="2400" dirty="0"/>
              <a:t>→ </a:t>
            </a:r>
            <a:r>
              <a:rPr lang="en-US" altLang="ko-KR" sz="2400" dirty="0"/>
              <a:t>Cannot recommend</a:t>
            </a:r>
          </a:p>
        </p:txBody>
      </p:sp>
      <p:sp>
        <p:nvSpPr>
          <p:cNvPr id="16" name="Text Placeholder 27">
            <a:extLst>
              <a:ext uri="{FF2B5EF4-FFF2-40B4-BE49-F238E27FC236}">
                <a16:creationId xmlns:a16="http://schemas.microsoft.com/office/drawing/2014/main" id="{61BCA6F1-99FD-A568-B4AA-98A394864005}"/>
              </a:ext>
            </a:extLst>
          </p:cNvPr>
          <p:cNvSpPr txBox="1">
            <a:spLocks/>
          </p:cNvSpPr>
          <p:nvPr/>
        </p:nvSpPr>
        <p:spPr>
          <a:xfrm>
            <a:off x="464273" y="13315262"/>
            <a:ext cx="10101856" cy="935178"/>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r>
              <a:rPr lang="en-US" dirty="0"/>
              <a:t>K-pop </a:t>
            </a:r>
            <a:r>
              <a:rPr lang="ko-KR" altLang="en-US" dirty="0"/>
              <a:t>아티스트의 그룹</a:t>
            </a:r>
            <a:r>
              <a:rPr lang="en-US" altLang="ko-KR" dirty="0"/>
              <a:t>-</a:t>
            </a:r>
            <a:r>
              <a:rPr lang="ko-KR" altLang="en-US" dirty="0"/>
              <a:t>멤버 관계를 지식 그래프로 모델링하고</a:t>
            </a:r>
            <a:r>
              <a:rPr lang="en-US" altLang="ko-KR" dirty="0"/>
              <a:t>, </a:t>
            </a:r>
            <a:r>
              <a:rPr lang="ko-KR" altLang="en-US" dirty="0"/>
              <a:t>이를 </a:t>
            </a:r>
            <a:r>
              <a:rPr lang="en-US" altLang="ko-KR" dirty="0" err="1"/>
              <a:t>LightGCN</a:t>
            </a:r>
            <a:r>
              <a:rPr lang="en-US" altLang="ko-KR" dirty="0"/>
              <a:t> </a:t>
            </a:r>
            <a:r>
              <a:rPr lang="ko-KR" altLang="en-US" dirty="0"/>
              <a:t>추천 시스템에 융합하여 </a:t>
            </a:r>
            <a:r>
              <a:rPr lang="en-US" altLang="ko-KR" dirty="0"/>
              <a:t>K-pop </a:t>
            </a:r>
            <a:r>
              <a:rPr lang="ko-KR" altLang="en-US" dirty="0"/>
              <a:t>도메인에서의 추천 정확도를 높이는 것을 목표로 한다</a:t>
            </a:r>
            <a:r>
              <a:rPr lang="en-US" altLang="ko-KR" dirty="0"/>
              <a:t>. </a:t>
            </a:r>
            <a:endParaRPr lang="en-US" dirty="0"/>
          </a:p>
        </p:txBody>
      </p:sp>
      <p:pic>
        <p:nvPicPr>
          <p:cNvPr id="1026" name="Picture 2" descr="Pin by kristellar on JUNGKOOK | Jungkook smile, Jungkook cute, Jeon jungkook  photoshoot">
            <a:extLst>
              <a:ext uri="{FF2B5EF4-FFF2-40B4-BE49-F238E27FC236}">
                <a16:creationId xmlns:a16="http://schemas.microsoft.com/office/drawing/2014/main" id="{6DA92149-DE6A-4369-8922-1AF3E44F79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6422" y="8775632"/>
            <a:ext cx="1192710" cy="21640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방탄소년단 - 위키백과, 우리 모두의 백과사전">
            <a:extLst>
              <a:ext uri="{FF2B5EF4-FFF2-40B4-BE49-F238E27FC236}">
                <a16:creationId xmlns:a16="http://schemas.microsoft.com/office/drawing/2014/main" id="{9BD00F7E-4F75-5F5B-16F5-8AB56ADE4A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4999" y="7193127"/>
            <a:ext cx="3683059" cy="14456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TS fans paint LA purple at first in-person concert in 2 years">
            <a:extLst>
              <a:ext uri="{FF2B5EF4-FFF2-40B4-BE49-F238E27FC236}">
                <a16:creationId xmlns:a16="http://schemas.microsoft.com/office/drawing/2014/main" id="{F7D16478-2532-A853-D84B-BE8A4929570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99284" y="9213504"/>
            <a:ext cx="2667000" cy="17145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F24CC0B-6DD9-A328-C2CB-DB0BD4B6670D}"/>
              </a:ext>
            </a:extLst>
          </p:cNvPr>
          <p:cNvSpPr txBox="1"/>
          <p:nvPr/>
        </p:nvSpPr>
        <p:spPr>
          <a:xfrm>
            <a:off x="2136429" y="10842385"/>
            <a:ext cx="1192710" cy="400110"/>
          </a:xfrm>
          <a:prstGeom prst="rect">
            <a:avLst/>
          </a:prstGeom>
          <a:noFill/>
        </p:spPr>
        <p:txBody>
          <a:bodyPr wrap="square" rtlCol="0">
            <a:spAutoFit/>
          </a:bodyPr>
          <a:lstStyle/>
          <a:p>
            <a:r>
              <a:rPr lang="en-US" altLang="ko-KR" sz="2000" dirty="0">
                <a:latin typeface="Times New Roman" panose="02020603050405020304" pitchFamily="18" charset="0"/>
                <a:cs typeface="Times New Roman" panose="02020603050405020304" pitchFamily="18" charset="0"/>
              </a:rPr>
              <a:t>BTS Fans</a:t>
            </a:r>
            <a:endParaRPr lang="ko-KR" altLang="en-US" sz="20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F4D3805-57F2-25BD-EB69-26E0BD18C2BC}"/>
              </a:ext>
            </a:extLst>
          </p:cNvPr>
          <p:cNvSpPr txBox="1"/>
          <p:nvPr/>
        </p:nvSpPr>
        <p:spPr>
          <a:xfrm>
            <a:off x="5786764" y="8589104"/>
            <a:ext cx="669177" cy="407987"/>
          </a:xfrm>
          <a:prstGeom prst="rect">
            <a:avLst/>
          </a:prstGeom>
          <a:noFill/>
        </p:spPr>
        <p:txBody>
          <a:bodyPr wrap="square" rtlCol="0">
            <a:spAutoFit/>
          </a:bodyPr>
          <a:lstStyle/>
          <a:p>
            <a:r>
              <a:rPr lang="en-US" altLang="ko-KR" sz="2000" dirty="0">
                <a:latin typeface="Times New Roman" panose="02020603050405020304" pitchFamily="18" charset="0"/>
                <a:cs typeface="Times New Roman" panose="02020603050405020304" pitchFamily="18" charset="0"/>
              </a:rPr>
              <a:t>BTS</a:t>
            </a:r>
            <a:endParaRPr lang="ko-KR" altLang="en-US" sz="20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968CB4B1-EBE4-A05D-CF89-8D7896BBC8BD}"/>
              </a:ext>
            </a:extLst>
          </p:cNvPr>
          <p:cNvSpPr txBox="1"/>
          <p:nvPr/>
        </p:nvSpPr>
        <p:spPr>
          <a:xfrm>
            <a:off x="7954326" y="10898613"/>
            <a:ext cx="1824819" cy="400110"/>
          </a:xfrm>
          <a:prstGeom prst="rect">
            <a:avLst/>
          </a:prstGeom>
          <a:noFill/>
        </p:spPr>
        <p:txBody>
          <a:bodyPr wrap="square" rtlCol="0">
            <a:spAutoFit/>
          </a:bodyPr>
          <a:lstStyle/>
          <a:p>
            <a:r>
              <a:rPr lang="en-US" altLang="ko-KR" sz="2000" dirty="0" err="1">
                <a:latin typeface="Times New Roman" panose="02020603050405020304" pitchFamily="18" charset="0"/>
                <a:cs typeface="Times New Roman" panose="02020603050405020304" pitchFamily="18" charset="0"/>
              </a:rPr>
              <a:t>JungKook</a:t>
            </a:r>
            <a:r>
              <a:rPr lang="en-US" altLang="ko-KR" sz="2000" dirty="0">
                <a:latin typeface="Times New Roman" panose="02020603050405020304" pitchFamily="18" charset="0"/>
                <a:cs typeface="Times New Roman" panose="02020603050405020304" pitchFamily="18" charset="0"/>
              </a:rPr>
              <a:t> Solo</a:t>
            </a:r>
            <a:endParaRPr lang="ko-KR" altLang="en-US" sz="2000" dirty="0">
              <a:latin typeface="Times New Roman" panose="02020603050405020304" pitchFamily="18" charset="0"/>
              <a:cs typeface="Times New Roman" panose="02020603050405020304" pitchFamily="18" charset="0"/>
            </a:endParaRPr>
          </a:p>
        </p:txBody>
      </p:sp>
      <p:sp>
        <p:nvSpPr>
          <p:cNvPr id="37" name="사각형: 둥근 모서리 36">
            <a:extLst>
              <a:ext uri="{FF2B5EF4-FFF2-40B4-BE49-F238E27FC236}">
                <a16:creationId xmlns:a16="http://schemas.microsoft.com/office/drawing/2014/main" id="{AF04EDF3-30B4-F528-E461-210B43C05AA7}"/>
              </a:ext>
            </a:extLst>
          </p:cNvPr>
          <p:cNvSpPr/>
          <p:nvPr/>
        </p:nvSpPr>
        <p:spPr>
          <a:xfrm flipH="1">
            <a:off x="1266694" y="18885235"/>
            <a:ext cx="3074158" cy="454201"/>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spc="-80" dirty="0">
                <a:ln>
                  <a:solidFill>
                    <a:schemeClr val="accent1">
                      <a:shade val="50000"/>
                      <a:alpha val="0"/>
                    </a:schemeClr>
                  </a:solidFill>
                </a:ln>
                <a:solidFill>
                  <a:schemeClr val="bg1"/>
                </a:solidFill>
                <a:latin typeface="Noto Sans KR Medium" panose="020B0600000000000000" pitchFamily="34" charset="-127"/>
                <a:ea typeface="Noto Sans KR Medium" panose="020B0600000000000000" pitchFamily="34" charset="-127"/>
              </a:rPr>
              <a:t>멜론 플레이리스트 데이터</a:t>
            </a:r>
          </a:p>
        </p:txBody>
      </p:sp>
      <p:sp>
        <p:nvSpPr>
          <p:cNvPr id="41" name="순서도: 대체 처리 40">
            <a:extLst>
              <a:ext uri="{FF2B5EF4-FFF2-40B4-BE49-F238E27FC236}">
                <a16:creationId xmlns:a16="http://schemas.microsoft.com/office/drawing/2014/main" id="{04F429C6-F9DA-EDA4-A386-F4FAD55C1429}"/>
              </a:ext>
            </a:extLst>
          </p:cNvPr>
          <p:cNvSpPr/>
          <p:nvPr/>
        </p:nvSpPr>
        <p:spPr>
          <a:xfrm>
            <a:off x="1068007" y="15729066"/>
            <a:ext cx="3442283" cy="5804692"/>
          </a:xfrm>
          <a:prstGeom prst="flowChartAlternateProcess">
            <a:avLst/>
          </a:prstGeom>
          <a:noFill/>
          <a:ln w="76200">
            <a:solidFill>
              <a:schemeClr val="accent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1400" spc="-80" dirty="0" err="1">
              <a:ln>
                <a:solidFill>
                  <a:schemeClr val="accent1">
                    <a:shade val="50000"/>
                    <a:alpha val="0"/>
                  </a:schemeClr>
                </a:solidFill>
              </a:ln>
              <a:solidFill>
                <a:schemeClr val="bg1"/>
              </a:solidFill>
              <a:latin typeface="+mj-ea"/>
              <a:ea typeface="+mj-ea"/>
            </a:endParaRPr>
          </a:p>
        </p:txBody>
      </p:sp>
      <p:sp>
        <p:nvSpPr>
          <p:cNvPr id="42" name="사각형: 둥근 모서리 41">
            <a:extLst>
              <a:ext uri="{FF2B5EF4-FFF2-40B4-BE49-F238E27FC236}">
                <a16:creationId xmlns:a16="http://schemas.microsoft.com/office/drawing/2014/main" id="{98F7F18B-08F4-CB05-16B9-5C2C5BB016D6}"/>
              </a:ext>
            </a:extLst>
          </p:cNvPr>
          <p:cNvSpPr/>
          <p:nvPr/>
        </p:nvSpPr>
        <p:spPr>
          <a:xfrm flipH="1">
            <a:off x="6803475" y="18882711"/>
            <a:ext cx="2965527" cy="452507"/>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000" spc="-80" dirty="0">
                <a:ln>
                  <a:solidFill>
                    <a:schemeClr val="accent1">
                      <a:shade val="50000"/>
                      <a:alpha val="0"/>
                    </a:schemeClr>
                  </a:solidFill>
                </a:ln>
                <a:solidFill>
                  <a:schemeClr val="bg1"/>
                </a:solidFill>
                <a:latin typeface="Noto Sans KR Medium" panose="020B0600000000000000" pitchFamily="34" charset="-127"/>
                <a:ea typeface="Noto Sans KR Medium" panose="020B0600000000000000" pitchFamily="34" charset="-127"/>
              </a:rPr>
              <a:t>Kaggle </a:t>
            </a:r>
            <a:r>
              <a:rPr lang="ko-KR" altLang="en-US" sz="2000" spc="-80" dirty="0">
                <a:ln>
                  <a:solidFill>
                    <a:schemeClr val="accent1">
                      <a:shade val="50000"/>
                      <a:alpha val="0"/>
                    </a:schemeClr>
                  </a:solidFill>
                </a:ln>
                <a:solidFill>
                  <a:schemeClr val="bg1"/>
                </a:solidFill>
                <a:latin typeface="Noto Sans KR Medium" panose="020B0600000000000000" pitchFamily="34" charset="-127"/>
                <a:ea typeface="Noto Sans KR Medium" panose="020B0600000000000000" pitchFamily="34" charset="-127"/>
              </a:rPr>
              <a:t>아이돌 데이터</a:t>
            </a:r>
          </a:p>
        </p:txBody>
      </p:sp>
      <p:sp>
        <p:nvSpPr>
          <p:cNvPr id="43" name="순서도: 대체 처리 42">
            <a:extLst>
              <a:ext uri="{FF2B5EF4-FFF2-40B4-BE49-F238E27FC236}">
                <a16:creationId xmlns:a16="http://schemas.microsoft.com/office/drawing/2014/main" id="{A59F24EB-1197-457A-B348-2439A6110E2F}"/>
              </a:ext>
            </a:extLst>
          </p:cNvPr>
          <p:cNvSpPr/>
          <p:nvPr/>
        </p:nvSpPr>
        <p:spPr>
          <a:xfrm>
            <a:off x="6526709" y="15750709"/>
            <a:ext cx="3442283" cy="5783049"/>
          </a:xfrm>
          <a:prstGeom prst="flowChartAlternateProcess">
            <a:avLst/>
          </a:prstGeom>
          <a:noFill/>
          <a:ln w="76200">
            <a:solidFill>
              <a:schemeClr val="accent1"/>
            </a:solid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ko-KR" altLang="en-US" sz="1400" spc="-80" dirty="0" err="1">
              <a:ln>
                <a:solidFill>
                  <a:schemeClr val="accent1">
                    <a:shade val="50000"/>
                    <a:alpha val="0"/>
                  </a:schemeClr>
                </a:solidFill>
              </a:ln>
              <a:solidFill>
                <a:schemeClr val="bg1"/>
              </a:solidFill>
              <a:latin typeface="+mj-ea"/>
              <a:ea typeface="+mj-ea"/>
            </a:endParaRPr>
          </a:p>
        </p:txBody>
      </p:sp>
      <p:pic>
        <p:nvPicPr>
          <p:cNvPr id="44" name="Picture 2" descr="Melon 멜론">
            <a:extLst>
              <a:ext uri="{FF2B5EF4-FFF2-40B4-BE49-F238E27FC236}">
                <a16:creationId xmlns:a16="http://schemas.microsoft.com/office/drawing/2014/main" id="{6C0410BE-62E4-F484-741B-09ED487D5B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05012" y="16024654"/>
            <a:ext cx="2635320" cy="263532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 descr="캐글 - 나무위키">
            <a:extLst>
              <a:ext uri="{FF2B5EF4-FFF2-40B4-BE49-F238E27FC236}">
                <a16:creationId xmlns:a16="http://schemas.microsoft.com/office/drawing/2014/main" id="{545FC902-ADEB-03B6-ADE2-78E72B7C450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9245" y="17032195"/>
            <a:ext cx="2857207" cy="1108058"/>
          </a:xfrm>
          <a:prstGeom prst="rect">
            <a:avLst/>
          </a:prstGeom>
          <a:noFill/>
          <a:extLst>
            <a:ext uri="{909E8E84-426E-40DD-AFC4-6F175D3DCCD1}">
              <a14:hiddenFill xmlns:a14="http://schemas.microsoft.com/office/drawing/2010/main">
                <a:solidFill>
                  <a:srgbClr val="FFFFFF"/>
                </a:solidFill>
              </a14:hiddenFill>
            </a:ext>
          </a:extLst>
        </p:spPr>
      </p:pic>
      <p:sp>
        <p:nvSpPr>
          <p:cNvPr id="46" name="Text Placeholder 27">
            <a:extLst>
              <a:ext uri="{FF2B5EF4-FFF2-40B4-BE49-F238E27FC236}">
                <a16:creationId xmlns:a16="http://schemas.microsoft.com/office/drawing/2014/main" id="{66D672B1-8AA3-ED40-1339-FE6336B710D1}"/>
              </a:ext>
            </a:extLst>
          </p:cNvPr>
          <p:cNvSpPr txBox="1">
            <a:spLocks/>
          </p:cNvSpPr>
          <p:nvPr/>
        </p:nvSpPr>
        <p:spPr>
          <a:xfrm>
            <a:off x="1038483" y="19462073"/>
            <a:ext cx="3568378" cy="1920063"/>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pPr algn="ctr"/>
            <a:r>
              <a:rPr lang="ko-KR" altLang="en-US" dirty="0"/>
              <a:t>약 </a:t>
            </a:r>
            <a:r>
              <a:rPr lang="en-US" altLang="ko-KR" dirty="0"/>
              <a:t>11</a:t>
            </a:r>
            <a:r>
              <a:rPr lang="ko-KR" altLang="en-US" dirty="0"/>
              <a:t>만 </a:t>
            </a:r>
            <a:r>
              <a:rPr lang="en-US" altLang="ko-KR" dirty="0"/>
              <a:t>5</a:t>
            </a:r>
            <a:r>
              <a:rPr lang="ko-KR" altLang="en-US" dirty="0"/>
              <a:t>천개의 실제 사용자 플레이리스트 데이터</a:t>
            </a:r>
            <a:r>
              <a:rPr lang="en-US" altLang="ko-KR" dirty="0"/>
              <a:t>.</a:t>
            </a:r>
          </a:p>
          <a:p>
            <a:pPr algn="ctr"/>
            <a:r>
              <a:rPr lang="ko-KR" altLang="en-US" dirty="0"/>
              <a:t>사용자가 어떤 곡들을 함께 소비하는지 파악할 수 있는 핵심 데이터</a:t>
            </a:r>
            <a:r>
              <a:rPr lang="en-US" altLang="ko-KR" dirty="0"/>
              <a:t>.</a:t>
            </a:r>
            <a:endParaRPr lang="en-US" dirty="0"/>
          </a:p>
        </p:txBody>
      </p:sp>
      <p:sp>
        <p:nvSpPr>
          <p:cNvPr id="47" name="Text Placeholder 27">
            <a:extLst>
              <a:ext uri="{FF2B5EF4-FFF2-40B4-BE49-F238E27FC236}">
                <a16:creationId xmlns:a16="http://schemas.microsoft.com/office/drawing/2014/main" id="{786A0F56-9425-3B38-D0A3-1BCB65B50F15}"/>
              </a:ext>
            </a:extLst>
          </p:cNvPr>
          <p:cNvSpPr txBox="1">
            <a:spLocks/>
          </p:cNvSpPr>
          <p:nvPr/>
        </p:nvSpPr>
        <p:spPr>
          <a:xfrm>
            <a:off x="6565098" y="19512892"/>
            <a:ext cx="3442283" cy="1612287"/>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pPr algn="ctr"/>
            <a:r>
              <a:rPr lang="en-US" altLang="ko-KR" dirty="0"/>
              <a:t>1000</a:t>
            </a:r>
            <a:r>
              <a:rPr lang="ko-KR" altLang="en-US" dirty="0"/>
              <a:t>명 이상의 아이돌 멤버 이름</a:t>
            </a:r>
            <a:r>
              <a:rPr lang="en-US" altLang="ko-KR" dirty="0"/>
              <a:t>, </a:t>
            </a:r>
            <a:r>
              <a:rPr lang="ko-KR" altLang="en-US" dirty="0"/>
              <a:t>그룹 등의 정보 데이터</a:t>
            </a:r>
            <a:r>
              <a:rPr lang="en-US" altLang="ko-KR" dirty="0"/>
              <a:t>.</a:t>
            </a:r>
          </a:p>
          <a:p>
            <a:pPr algn="ctr"/>
            <a:r>
              <a:rPr lang="ko-KR" altLang="en-US" dirty="0"/>
              <a:t>멤버</a:t>
            </a:r>
            <a:r>
              <a:rPr lang="en-US" altLang="ko-KR" dirty="0"/>
              <a:t>-</a:t>
            </a:r>
            <a:r>
              <a:rPr lang="ko-KR" altLang="en-US" dirty="0"/>
              <a:t>그룹 관계를 추출하는데 활용한 데이터</a:t>
            </a:r>
            <a:r>
              <a:rPr lang="en-US" altLang="ko-KR" dirty="0"/>
              <a:t>.</a:t>
            </a:r>
          </a:p>
        </p:txBody>
      </p:sp>
      <p:sp>
        <p:nvSpPr>
          <p:cNvPr id="56" name="Text Placeholder 27">
            <a:extLst>
              <a:ext uri="{FF2B5EF4-FFF2-40B4-BE49-F238E27FC236}">
                <a16:creationId xmlns:a16="http://schemas.microsoft.com/office/drawing/2014/main" id="{057E44AB-49A5-372C-E648-071ED9B26194}"/>
              </a:ext>
            </a:extLst>
          </p:cNvPr>
          <p:cNvSpPr txBox="1">
            <a:spLocks/>
          </p:cNvSpPr>
          <p:nvPr/>
        </p:nvSpPr>
        <p:spPr>
          <a:xfrm>
            <a:off x="670350" y="23677104"/>
            <a:ext cx="10101856" cy="4320720"/>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r>
              <a:rPr lang="en-US" altLang="ko-KR" dirty="0"/>
              <a:t>STAGE 1. ‘</a:t>
            </a:r>
            <a:r>
              <a:rPr lang="ko-KR" altLang="en-US" dirty="0"/>
              <a:t>그룹 정체성</a:t>
            </a:r>
            <a:r>
              <a:rPr lang="en-US" altLang="ko-KR" dirty="0"/>
              <a:t>’ </a:t>
            </a:r>
            <a:r>
              <a:rPr lang="ko-KR" altLang="en-US" dirty="0" err="1"/>
              <a:t>임베딩</a:t>
            </a:r>
            <a:r>
              <a:rPr lang="ko-KR" altLang="en-US" dirty="0"/>
              <a:t> 학습 </a:t>
            </a:r>
            <a:r>
              <a:rPr lang="en-US" altLang="ko-KR" dirty="0"/>
              <a:t>(GCN)</a:t>
            </a:r>
          </a:p>
          <a:p>
            <a:pPr marL="342900" indent="-342900">
              <a:buFont typeface="Arial" panose="020B0604020202020204" pitchFamily="34" charset="0"/>
              <a:buChar char="•"/>
            </a:pPr>
            <a:r>
              <a:rPr lang="en-US" altLang="ko-KR" dirty="0"/>
              <a:t>Kaggle</a:t>
            </a:r>
            <a:r>
              <a:rPr lang="ko-KR" altLang="en-US" dirty="0"/>
              <a:t>의 </a:t>
            </a:r>
            <a:r>
              <a:rPr lang="en-US" altLang="ko-KR" dirty="0"/>
              <a:t>K-pop </a:t>
            </a:r>
            <a:r>
              <a:rPr lang="ko-KR" altLang="en-US" dirty="0"/>
              <a:t>아이돌 데이터를 기반으로 </a:t>
            </a:r>
            <a:r>
              <a:rPr lang="en-US" altLang="ko-KR" dirty="0"/>
              <a:t>K-pop </a:t>
            </a:r>
            <a:r>
              <a:rPr lang="ko-KR" altLang="en-US" dirty="0"/>
              <a:t>지식 그래프 구축</a:t>
            </a:r>
            <a:endParaRPr lang="en-US" altLang="ko-KR" dirty="0"/>
          </a:p>
          <a:p>
            <a:pPr marL="342900" indent="-342900">
              <a:buFont typeface="Arial" panose="020B0604020202020204" pitchFamily="34" charset="0"/>
              <a:buChar char="•"/>
            </a:pPr>
            <a:r>
              <a:rPr lang="ko-KR" altLang="en-US" dirty="0"/>
              <a:t>구축된 지식 그래프에 </a:t>
            </a:r>
            <a:r>
              <a:rPr lang="en-US" altLang="ko-KR" dirty="0"/>
              <a:t>GCN</a:t>
            </a:r>
            <a:r>
              <a:rPr lang="ko-KR" altLang="en-US" dirty="0"/>
              <a:t>을 적용</a:t>
            </a:r>
            <a:r>
              <a:rPr lang="en-US" altLang="ko-KR" dirty="0"/>
              <a:t>, </a:t>
            </a:r>
            <a:r>
              <a:rPr lang="ko-KR" altLang="en-US" dirty="0"/>
              <a:t>각 멤버 노드에 </a:t>
            </a:r>
            <a:r>
              <a:rPr lang="en-US" altLang="ko-KR" dirty="0"/>
              <a:t>‘</a:t>
            </a:r>
            <a:r>
              <a:rPr lang="ko-KR" altLang="en-US" dirty="0"/>
              <a:t>그룹 정체성</a:t>
            </a:r>
            <a:r>
              <a:rPr lang="en-US" altLang="ko-KR" dirty="0"/>
              <a:t>’ </a:t>
            </a:r>
            <a:r>
              <a:rPr lang="ko-KR" altLang="en-US" dirty="0"/>
              <a:t>정보 학습</a:t>
            </a:r>
            <a:endParaRPr lang="en-US" altLang="ko-KR" dirty="0"/>
          </a:p>
          <a:p>
            <a:pPr marL="342900" indent="-342900">
              <a:buFont typeface="Arial" panose="020B0604020202020204" pitchFamily="34" charset="0"/>
              <a:buChar char="•"/>
            </a:pPr>
            <a:r>
              <a:rPr lang="en-US" altLang="ko-KR" dirty="0"/>
              <a:t>K-pop </a:t>
            </a:r>
            <a:r>
              <a:rPr lang="ko-KR" altLang="en-US" dirty="0"/>
              <a:t>아티스트 고유의 </a:t>
            </a:r>
            <a:r>
              <a:rPr lang="en-US" altLang="ko-KR" dirty="0"/>
              <a:t>‘</a:t>
            </a:r>
            <a:r>
              <a:rPr lang="ko-KR" altLang="en-US" dirty="0"/>
              <a:t>그룹 정체성</a:t>
            </a:r>
            <a:r>
              <a:rPr lang="en-US" altLang="ko-KR" dirty="0"/>
              <a:t>’ </a:t>
            </a:r>
            <a:r>
              <a:rPr lang="ko-KR" altLang="en-US" dirty="0"/>
              <a:t>이 반영된 </a:t>
            </a:r>
            <a:r>
              <a:rPr lang="ko-KR" altLang="en-US" dirty="0" err="1"/>
              <a:t>임베딩</a:t>
            </a:r>
            <a:r>
              <a:rPr lang="ko-KR" altLang="en-US" dirty="0"/>
              <a:t> 최종 생성 </a:t>
            </a:r>
            <a:endParaRPr lang="en-US" altLang="ko-KR" dirty="0"/>
          </a:p>
          <a:p>
            <a:pPr marL="342900" indent="-342900">
              <a:buFont typeface="Arial" panose="020B0604020202020204" pitchFamily="34" charset="0"/>
              <a:buChar char="•"/>
            </a:pPr>
            <a:endParaRPr lang="en-US" altLang="ko-KR" dirty="0"/>
          </a:p>
          <a:p>
            <a:r>
              <a:rPr lang="en-US" altLang="ko-KR" dirty="0"/>
              <a:t>STAGE 2. </a:t>
            </a:r>
            <a:r>
              <a:rPr lang="en-US" altLang="ko-KR" dirty="0" err="1"/>
              <a:t>LightGCN</a:t>
            </a:r>
            <a:r>
              <a:rPr lang="en-US" altLang="ko-KR" dirty="0"/>
              <a:t> </a:t>
            </a:r>
            <a:r>
              <a:rPr lang="ko-KR" altLang="en-US" dirty="0"/>
              <a:t>융합 학습</a:t>
            </a:r>
            <a:endParaRPr lang="en-US" altLang="ko-KR" dirty="0"/>
          </a:p>
          <a:p>
            <a:pPr marL="342900" indent="-342900">
              <a:buFont typeface="Arial" panose="020B0604020202020204" pitchFamily="34" charset="0"/>
              <a:buChar char="•"/>
            </a:pPr>
            <a:r>
              <a:rPr lang="ko-KR" altLang="en-US" dirty="0"/>
              <a:t>멜론 플레이리스트 데이터 활용</a:t>
            </a:r>
            <a:endParaRPr lang="en-US" altLang="ko-KR" dirty="0"/>
          </a:p>
          <a:p>
            <a:pPr marL="342900" indent="-342900">
              <a:buFont typeface="Arial" panose="020B0604020202020204" pitchFamily="34" charset="0"/>
              <a:buChar char="•"/>
            </a:pPr>
            <a:r>
              <a:rPr lang="en-US" altLang="ko-KR" dirty="0"/>
              <a:t>STAGE 1</a:t>
            </a:r>
            <a:r>
              <a:rPr lang="ko-KR" altLang="en-US" dirty="0"/>
              <a:t>의 </a:t>
            </a:r>
            <a:r>
              <a:rPr lang="en-US" altLang="ko-KR" dirty="0"/>
              <a:t>‘</a:t>
            </a:r>
            <a:r>
              <a:rPr lang="ko-KR" altLang="en-US" dirty="0"/>
              <a:t>그룹 정체성 </a:t>
            </a:r>
            <a:r>
              <a:rPr lang="ko-KR" altLang="en-US" dirty="0" err="1"/>
              <a:t>임베딩</a:t>
            </a:r>
            <a:r>
              <a:rPr lang="en-US" altLang="ko-KR" dirty="0"/>
              <a:t>’ </a:t>
            </a:r>
            <a:r>
              <a:rPr lang="ko-KR" altLang="en-US" dirty="0"/>
              <a:t>을 </a:t>
            </a:r>
            <a:r>
              <a:rPr lang="en-US" altLang="ko-KR" dirty="0" err="1"/>
              <a:t>LightGCN</a:t>
            </a:r>
            <a:r>
              <a:rPr lang="ko-KR" altLang="en-US" dirty="0"/>
              <a:t>의 초기 </a:t>
            </a:r>
            <a:r>
              <a:rPr lang="ko-KR" altLang="en-US" dirty="0" err="1"/>
              <a:t>임베딩</a:t>
            </a:r>
            <a:r>
              <a:rPr lang="ko-KR" altLang="en-US" dirty="0"/>
              <a:t> 테이블</a:t>
            </a:r>
            <a:r>
              <a:rPr lang="en-US" altLang="ko-KR" dirty="0"/>
              <a:t>(Layer 0)</a:t>
            </a:r>
            <a:r>
              <a:rPr lang="ko-KR" altLang="en-US" dirty="0"/>
              <a:t>에 주입</a:t>
            </a:r>
            <a:endParaRPr lang="en-US" altLang="ko-KR" dirty="0"/>
          </a:p>
          <a:p>
            <a:pPr marL="342900" indent="-342900">
              <a:buFont typeface="Arial" panose="020B0604020202020204" pitchFamily="34" charset="0"/>
              <a:buChar char="•"/>
            </a:pPr>
            <a:r>
              <a:rPr lang="ko-KR" altLang="en-US" dirty="0"/>
              <a:t>그룹 정보가 융합된 초기 </a:t>
            </a:r>
            <a:r>
              <a:rPr lang="ko-KR" altLang="en-US" dirty="0" err="1"/>
              <a:t>임베딩</a:t>
            </a:r>
            <a:r>
              <a:rPr lang="ko-KR" altLang="en-US" dirty="0"/>
              <a:t> 기반</a:t>
            </a:r>
            <a:r>
              <a:rPr lang="en-US" altLang="ko-KR" dirty="0"/>
              <a:t>, </a:t>
            </a:r>
            <a:r>
              <a:rPr lang="en-US" altLang="ko-KR" dirty="0" err="1"/>
              <a:t>LightGCN</a:t>
            </a:r>
            <a:r>
              <a:rPr lang="ko-KR" altLang="en-US" dirty="0"/>
              <a:t>의 단순 선형 전파 수행</a:t>
            </a:r>
            <a:endParaRPr lang="en-US" altLang="ko-KR" dirty="0"/>
          </a:p>
          <a:p>
            <a:pPr marL="342900" indent="-342900">
              <a:buFont typeface="Arial" panose="020B0604020202020204" pitchFamily="34" charset="0"/>
              <a:buChar char="•"/>
            </a:pPr>
            <a:r>
              <a:rPr lang="en-US" altLang="ko-KR" dirty="0"/>
              <a:t>BPR Loss</a:t>
            </a:r>
            <a:r>
              <a:rPr lang="ko-KR" altLang="en-US" dirty="0"/>
              <a:t>를 사용하여 선호 음악과 </a:t>
            </a:r>
            <a:r>
              <a:rPr lang="ko-KR" altLang="en-US" dirty="0" err="1"/>
              <a:t>비선호</a:t>
            </a:r>
            <a:r>
              <a:rPr lang="ko-KR" altLang="en-US" dirty="0"/>
              <a:t> 음악 간의 랭킹 순서 학습</a:t>
            </a:r>
            <a:endParaRPr lang="en-US" altLang="ko-KR" dirty="0"/>
          </a:p>
          <a:p>
            <a:pPr marL="342900" indent="-342900">
              <a:buFont typeface="Arial" panose="020B0604020202020204" pitchFamily="34" charset="0"/>
              <a:buChar char="•"/>
            </a:pPr>
            <a:endParaRPr lang="en-US" dirty="0"/>
          </a:p>
        </p:txBody>
      </p:sp>
      <p:sp>
        <p:nvSpPr>
          <p:cNvPr id="4" name="Text Placeholder 29">
            <a:extLst>
              <a:ext uri="{FF2B5EF4-FFF2-40B4-BE49-F238E27FC236}">
                <a16:creationId xmlns:a16="http://schemas.microsoft.com/office/drawing/2014/main" id="{1A7A00BB-200D-9C36-97EC-5B1ED5688D4F}"/>
              </a:ext>
            </a:extLst>
          </p:cNvPr>
          <p:cNvSpPr txBox="1">
            <a:spLocks/>
          </p:cNvSpPr>
          <p:nvPr/>
        </p:nvSpPr>
        <p:spPr>
          <a:xfrm>
            <a:off x="10964348" y="5176057"/>
            <a:ext cx="10096349" cy="566030"/>
          </a:xfrm>
          <a:prstGeom prst="rect">
            <a:avLst/>
          </a:prstGeom>
          <a:noFill/>
        </p:spPr>
        <p:txBody>
          <a:bodyPr wrap="square" lIns="63307" tIns="63307" rIns="63307" bIns="63307" anchor="ctr" anchorCtr="0">
            <a:spAutoFit/>
          </a:bodyPr>
          <a:lstStyle>
            <a:lvl1pPr marL="0" indent="0" algn="ctr" defTabSz="3038715" rtl="0" eaLnBrk="1" latinLnBrk="0" hangingPunct="1">
              <a:spcBef>
                <a:spcPct val="20000"/>
              </a:spcBef>
              <a:buFont typeface="Arial" pitchFamily="34" charset="0"/>
              <a:buNone/>
              <a:defRPr sz="2800" b="1" u="sng" kern="1200" baseline="0">
                <a:solidFill>
                  <a:schemeClr val="accent5">
                    <a:lumMod val="50000"/>
                  </a:schemeClr>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r>
              <a:rPr lang="en-US" dirty="0"/>
              <a:t>Result</a:t>
            </a:r>
          </a:p>
        </p:txBody>
      </p:sp>
      <p:pic>
        <p:nvPicPr>
          <p:cNvPr id="5" name="Picture 2">
            <a:extLst>
              <a:ext uri="{FF2B5EF4-FFF2-40B4-BE49-F238E27FC236}">
                <a16:creationId xmlns:a16="http://schemas.microsoft.com/office/drawing/2014/main" id="{7F1B5563-31E6-0BC6-C9D9-38CF4324EC4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172713" y="11668526"/>
            <a:ext cx="7485133" cy="4457779"/>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4">
            <a:extLst>
              <a:ext uri="{FF2B5EF4-FFF2-40B4-BE49-F238E27FC236}">
                <a16:creationId xmlns:a16="http://schemas.microsoft.com/office/drawing/2014/main" id="{35CA09BA-F821-D91D-F1CB-AFCA4A324E21}"/>
              </a:ext>
            </a:extLst>
          </p:cNvPr>
          <p:cNvSpPr>
            <a:spLocks noChangeAspect="1" noChangeArrowheads="1"/>
          </p:cNvSpPr>
          <p:nvPr/>
        </p:nvSpPr>
        <p:spPr bwMode="auto">
          <a:xfrm>
            <a:off x="10541000" y="1536092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7" name="AutoShape 6">
            <a:extLst>
              <a:ext uri="{FF2B5EF4-FFF2-40B4-BE49-F238E27FC236}">
                <a16:creationId xmlns:a16="http://schemas.microsoft.com/office/drawing/2014/main" id="{543F0C3B-72EE-8B24-65E2-5A67E2FBCF4B}"/>
              </a:ext>
            </a:extLst>
          </p:cNvPr>
          <p:cNvSpPr>
            <a:spLocks noChangeAspect="1" noChangeArrowheads="1"/>
          </p:cNvSpPr>
          <p:nvPr/>
        </p:nvSpPr>
        <p:spPr bwMode="auto">
          <a:xfrm flipH="1" flipV="1">
            <a:off x="10998199" y="15818128"/>
            <a:ext cx="3694763" cy="369476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pic>
        <p:nvPicPr>
          <p:cNvPr id="23" name="그림 22">
            <a:extLst>
              <a:ext uri="{FF2B5EF4-FFF2-40B4-BE49-F238E27FC236}">
                <a16:creationId xmlns:a16="http://schemas.microsoft.com/office/drawing/2014/main" id="{D594E8B0-E475-579C-E490-7E9D177302F7}"/>
              </a:ext>
            </a:extLst>
          </p:cNvPr>
          <p:cNvPicPr>
            <a:picLocks noChangeAspect="1"/>
          </p:cNvPicPr>
          <p:nvPr/>
        </p:nvPicPr>
        <p:blipFill>
          <a:blip r:embed="rId10"/>
          <a:stretch>
            <a:fillRect/>
          </a:stretch>
        </p:blipFill>
        <p:spPr>
          <a:xfrm>
            <a:off x="12172713" y="5859439"/>
            <a:ext cx="7670378" cy="3796450"/>
          </a:xfrm>
          <a:prstGeom prst="rect">
            <a:avLst/>
          </a:prstGeom>
        </p:spPr>
      </p:pic>
      <p:sp>
        <p:nvSpPr>
          <p:cNvPr id="24" name="Text Placeholder 27">
            <a:extLst>
              <a:ext uri="{FF2B5EF4-FFF2-40B4-BE49-F238E27FC236}">
                <a16:creationId xmlns:a16="http://schemas.microsoft.com/office/drawing/2014/main" id="{7948784B-DCB7-3E19-27DE-163A0DC686CB}"/>
              </a:ext>
            </a:extLst>
          </p:cNvPr>
          <p:cNvSpPr txBox="1">
            <a:spLocks/>
          </p:cNvSpPr>
          <p:nvPr/>
        </p:nvSpPr>
        <p:spPr>
          <a:xfrm>
            <a:off x="10964348" y="9243769"/>
            <a:ext cx="10101856" cy="2104729"/>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pPr algn="ctr"/>
            <a:r>
              <a:rPr lang="ko-KR" altLang="en-US" dirty="0"/>
              <a:t>제안하는 모델인 </a:t>
            </a:r>
            <a:r>
              <a:rPr lang="en-US" altLang="ko-KR" dirty="0"/>
              <a:t>Fused </a:t>
            </a:r>
            <a:r>
              <a:rPr lang="en-US" altLang="ko-KR" dirty="0" err="1"/>
              <a:t>LightGCN</a:t>
            </a:r>
            <a:r>
              <a:rPr lang="en-US" altLang="ko-KR" dirty="0"/>
              <a:t> </a:t>
            </a:r>
            <a:r>
              <a:rPr lang="ko-KR" altLang="en-US" dirty="0"/>
              <a:t>모델과 순수 바닐라 </a:t>
            </a:r>
            <a:r>
              <a:rPr lang="en-US" altLang="ko-KR" dirty="0" err="1"/>
              <a:t>LightGCN</a:t>
            </a:r>
            <a:r>
              <a:rPr lang="en-US" altLang="ko-KR" dirty="0"/>
              <a:t>, </a:t>
            </a:r>
          </a:p>
          <a:p>
            <a:pPr algn="ctr"/>
            <a:r>
              <a:rPr lang="ko-KR" altLang="en-US" dirty="0"/>
              <a:t>전통적인 </a:t>
            </a:r>
            <a:r>
              <a:rPr lang="en-US" altLang="ko-KR" dirty="0"/>
              <a:t>BPR-MF </a:t>
            </a:r>
            <a:r>
              <a:rPr lang="ko-KR" altLang="en-US" dirty="0"/>
              <a:t>모델 비교 실험 </a:t>
            </a:r>
            <a:endParaRPr lang="en-US" altLang="ko-KR" dirty="0"/>
          </a:p>
          <a:p>
            <a:pPr algn="ctr"/>
            <a:r>
              <a:rPr lang="ko-KR" altLang="en-US" dirty="0"/>
              <a:t>↓</a:t>
            </a:r>
            <a:endParaRPr lang="en-US" altLang="ko-KR" dirty="0"/>
          </a:p>
          <a:p>
            <a:pPr algn="ctr"/>
            <a:r>
              <a:rPr lang="en-US" dirty="0"/>
              <a:t>Fused </a:t>
            </a:r>
            <a:r>
              <a:rPr lang="en-US" dirty="0" err="1"/>
              <a:t>LightGCN</a:t>
            </a:r>
            <a:r>
              <a:rPr lang="en-US" dirty="0"/>
              <a:t> </a:t>
            </a:r>
            <a:r>
              <a:rPr lang="ko-KR" altLang="en-US" dirty="0"/>
              <a:t>모델이 </a:t>
            </a:r>
            <a:r>
              <a:rPr lang="en-US" altLang="ko-KR" dirty="0"/>
              <a:t>NDCG</a:t>
            </a:r>
            <a:r>
              <a:rPr lang="ko-KR" altLang="en-US" dirty="0"/>
              <a:t>와 </a:t>
            </a:r>
            <a:r>
              <a:rPr lang="en-US" altLang="ko-KR" dirty="0"/>
              <a:t>Recall </a:t>
            </a:r>
            <a:r>
              <a:rPr lang="ko-KR" altLang="en-US" dirty="0"/>
              <a:t>모두 세 모델 중 가장 높은 성능 기록</a:t>
            </a:r>
            <a:endParaRPr lang="en-US" altLang="ko-KR" dirty="0"/>
          </a:p>
          <a:p>
            <a:pPr algn="ctr"/>
            <a:r>
              <a:rPr lang="ko-KR" altLang="en-US" dirty="0"/>
              <a:t>순수 </a:t>
            </a:r>
            <a:r>
              <a:rPr lang="en-US" altLang="ko-KR" dirty="0" err="1"/>
              <a:t>LightGCN</a:t>
            </a:r>
            <a:r>
              <a:rPr lang="en-US" altLang="ko-KR" dirty="0"/>
              <a:t> </a:t>
            </a:r>
            <a:r>
              <a:rPr lang="ko-KR" altLang="en-US" dirty="0"/>
              <a:t>대비 </a:t>
            </a:r>
            <a:r>
              <a:rPr lang="en-US" altLang="ko-KR" dirty="0"/>
              <a:t>NDCG </a:t>
            </a:r>
            <a:r>
              <a:rPr lang="ko-KR" altLang="en-US" dirty="0"/>
              <a:t>기준 약 </a:t>
            </a:r>
            <a:r>
              <a:rPr lang="en-US" altLang="ko-KR" dirty="0"/>
              <a:t>6% </a:t>
            </a:r>
            <a:r>
              <a:rPr lang="ko-KR" altLang="en-US" dirty="0"/>
              <a:t>이상의 성능 향상 달성</a:t>
            </a:r>
            <a:endParaRPr lang="en-US" dirty="0"/>
          </a:p>
        </p:txBody>
      </p:sp>
      <p:sp>
        <p:nvSpPr>
          <p:cNvPr id="25" name="Text Placeholder 27">
            <a:extLst>
              <a:ext uri="{FF2B5EF4-FFF2-40B4-BE49-F238E27FC236}">
                <a16:creationId xmlns:a16="http://schemas.microsoft.com/office/drawing/2014/main" id="{E8E28B63-CC15-79B6-5447-814D2F62CFE0}"/>
              </a:ext>
            </a:extLst>
          </p:cNvPr>
          <p:cNvSpPr txBox="1">
            <a:spLocks/>
          </p:cNvSpPr>
          <p:nvPr/>
        </p:nvSpPr>
        <p:spPr>
          <a:xfrm>
            <a:off x="10710267" y="16585403"/>
            <a:ext cx="10101856" cy="1735397"/>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pPr algn="ctr"/>
            <a:r>
              <a:rPr lang="ko-KR" altLang="en-US" dirty="0"/>
              <a:t>플레이리스트들을 </a:t>
            </a:r>
            <a:r>
              <a:rPr lang="en-US" altLang="ko-KR" dirty="0"/>
              <a:t>K-pop </a:t>
            </a:r>
            <a:r>
              <a:rPr lang="ko-KR" altLang="en-US" dirty="0"/>
              <a:t>곡 포함 비율에 따라 나누어 성능 측정</a:t>
            </a:r>
            <a:endParaRPr lang="en-US" altLang="ko-KR" dirty="0"/>
          </a:p>
          <a:p>
            <a:pPr algn="ctr"/>
            <a:r>
              <a:rPr lang="ko-KR" altLang="en-US" dirty="0"/>
              <a:t>↓</a:t>
            </a:r>
            <a:endParaRPr lang="en-US" altLang="ko-KR" dirty="0"/>
          </a:p>
          <a:p>
            <a:pPr algn="ctr"/>
            <a:r>
              <a:rPr lang="en-US" dirty="0"/>
              <a:t>Fused </a:t>
            </a:r>
            <a:r>
              <a:rPr lang="en-US" dirty="0" err="1"/>
              <a:t>LightGCN</a:t>
            </a:r>
            <a:r>
              <a:rPr lang="ko-KR" altLang="en-US" dirty="0"/>
              <a:t>은 모든 유형의 플레이리스트에서 기존 </a:t>
            </a:r>
            <a:r>
              <a:rPr lang="en-US" altLang="ko-KR" dirty="0" err="1"/>
              <a:t>LightGCN</a:t>
            </a:r>
            <a:r>
              <a:rPr lang="ko-KR" altLang="en-US" dirty="0"/>
              <a:t>보다 높은 성능 기록</a:t>
            </a:r>
            <a:endParaRPr lang="en-US" altLang="ko-KR" dirty="0"/>
          </a:p>
          <a:p>
            <a:pPr algn="ctr"/>
            <a:r>
              <a:rPr lang="en-US" dirty="0"/>
              <a:t>K-pop </a:t>
            </a:r>
            <a:r>
              <a:rPr lang="ko-KR" altLang="en-US" dirty="0"/>
              <a:t>곡의 비율이 가장 높은 유형에서 </a:t>
            </a:r>
            <a:r>
              <a:rPr lang="en-US" altLang="ko-KR" dirty="0"/>
              <a:t>NDCG </a:t>
            </a:r>
            <a:r>
              <a:rPr lang="ko-KR" altLang="en-US" dirty="0"/>
              <a:t>기준 약 </a:t>
            </a:r>
            <a:r>
              <a:rPr lang="en-US" altLang="ko-KR" dirty="0"/>
              <a:t>3%</a:t>
            </a:r>
            <a:r>
              <a:rPr lang="ko-KR" altLang="en-US" dirty="0"/>
              <a:t>의 가장 큰 성능 개선 폭 기록</a:t>
            </a:r>
            <a:endParaRPr lang="en-US" dirty="0"/>
          </a:p>
        </p:txBody>
      </p:sp>
      <p:sp>
        <p:nvSpPr>
          <p:cNvPr id="26" name="Text Placeholder 27">
            <a:extLst>
              <a:ext uri="{FF2B5EF4-FFF2-40B4-BE49-F238E27FC236}">
                <a16:creationId xmlns:a16="http://schemas.microsoft.com/office/drawing/2014/main" id="{A73402DD-BC64-00F0-9BF9-2EFFDC744EC5}"/>
              </a:ext>
            </a:extLst>
          </p:cNvPr>
          <p:cNvSpPr txBox="1">
            <a:spLocks/>
          </p:cNvSpPr>
          <p:nvPr/>
        </p:nvSpPr>
        <p:spPr>
          <a:xfrm>
            <a:off x="10772206" y="19528102"/>
            <a:ext cx="10101856" cy="1981619"/>
          </a:xfrm>
          <a:prstGeom prst="rect">
            <a:avLst/>
          </a:prstGeom>
        </p:spPr>
        <p:txBody>
          <a:bodyPr wrap="square" lIns="158267" tIns="158267" rIns="158267" bIns="158267">
            <a:spAutoFit/>
          </a:bodyPr>
          <a:lstStyle>
            <a:lvl1pPr marL="0" indent="0" algn="l" defTabSz="30387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028732"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2pPr>
            <a:lvl3pPr marL="1424397" indent="-395666"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3pPr>
            <a:lvl4pPr marL="1859630" indent="-4352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4pPr>
            <a:lvl5pPr marL="2176163" indent="-316533" algn="l" defTabSz="3038715" rtl="0" eaLnBrk="1" latinLnBrk="0" hangingPunct="1">
              <a:spcBef>
                <a:spcPct val="20000"/>
              </a:spcBef>
              <a:buFont typeface="Arial" pitchFamily="34" charset="0"/>
              <a:buChar char="»"/>
              <a:defRPr sz="1700" kern="1200">
                <a:solidFill>
                  <a:schemeClr val="tx1"/>
                </a:solidFill>
                <a:latin typeface="Trebuchet MS" pitchFamily="34" charset="0"/>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a:lstStyle>
          <a:p>
            <a:r>
              <a:rPr lang="ko-KR" altLang="en-US" dirty="0"/>
              <a:t>본 연구는 콜드 스타트 문제를 부분적으로 해결할 수 있다는 의의를 가진다</a:t>
            </a:r>
            <a:r>
              <a:rPr lang="en-US" altLang="ko-KR" dirty="0"/>
              <a:t>.</a:t>
            </a:r>
          </a:p>
          <a:p>
            <a:r>
              <a:rPr lang="en-US" dirty="0"/>
              <a:t>K-pop </a:t>
            </a:r>
            <a:r>
              <a:rPr lang="ko-KR" altLang="en-US" dirty="0"/>
              <a:t>팬들은 자신이 선호하는 아티스트의 솔로</a:t>
            </a:r>
            <a:r>
              <a:rPr lang="en-US" altLang="ko-KR" dirty="0"/>
              <a:t>, </a:t>
            </a:r>
            <a:r>
              <a:rPr lang="ko-KR" altLang="en-US" dirty="0"/>
              <a:t>콜라보레이션 활동을 자연스럽게 발견하고</a:t>
            </a:r>
            <a:r>
              <a:rPr lang="en-US" altLang="ko-KR" dirty="0"/>
              <a:t>, </a:t>
            </a:r>
            <a:r>
              <a:rPr lang="ko-KR" altLang="en-US" dirty="0"/>
              <a:t>이는 사용자 만족도 증가와 플랫폼 체류 시간 증가로 이어질 수 있다</a:t>
            </a:r>
            <a:r>
              <a:rPr lang="en-US" altLang="ko-KR" dirty="0"/>
              <a:t>.</a:t>
            </a:r>
          </a:p>
          <a:p>
            <a:r>
              <a:rPr lang="ko-KR" altLang="en-US" dirty="0"/>
              <a:t>또한</a:t>
            </a:r>
            <a:r>
              <a:rPr lang="en-US" altLang="ko-KR" dirty="0"/>
              <a:t>, </a:t>
            </a:r>
            <a:r>
              <a:rPr lang="ko-KR" altLang="en-US" dirty="0"/>
              <a:t>그룹 간의 연결성을 활용하여 신인이나 덜 알려진 아티스트들도 더 많은 노출 기회를 얻어</a:t>
            </a:r>
            <a:r>
              <a:rPr lang="en-US" altLang="ko-KR" dirty="0"/>
              <a:t>, K-pop </a:t>
            </a:r>
            <a:r>
              <a:rPr lang="ko-KR" altLang="en-US" dirty="0"/>
              <a:t>생태계의 다양성과 지속 가능성 향상에 기여할 수 있다</a:t>
            </a:r>
            <a:r>
              <a:rPr lang="en-US" altLang="ko-KR" dirty="0"/>
              <a:t>. </a:t>
            </a:r>
            <a:endParaRPr lang="en-US" dirty="0"/>
          </a:p>
        </p:txBody>
      </p:sp>
    </p:spTree>
    <p:extLst>
      <p:ext uri="{BB962C8B-B14F-4D97-AF65-F5344CB8AC3E}">
        <p14:creationId xmlns:p14="http://schemas.microsoft.com/office/powerpoint/2010/main" val="3742088974"/>
      </p:ext>
    </p:extLst>
  </p:cSld>
  <p:clrMapOvr>
    <a:masterClrMapping/>
  </p:clrMapOvr>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Guides">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3410</TotalTime>
  <Words>533</Words>
  <Application>Microsoft Office PowerPoint</Application>
  <PresentationFormat>사용자 지정</PresentationFormat>
  <Paragraphs>55</Paragraphs>
  <Slides>1</Slides>
  <Notes>1</Notes>
  <HiddenSlides>0</HiddenSlides>
  <MMClips>0</MMClips>
  <ScaleCrop>false</ScaleCrop>
  <HeadingPairs>
    <vt:vector size="6" baseType="variant">
      <vt:variant>
        <vt:lpstr>사용한 글꼴</vt:lpstr>
      </vt:variant>
      <vt:variant>
        <vt:i4>6</vt:i4>
      </vt:variant>
      <vt:variant>
        <vt:lpstr>테마</vt:lpstr>
      </vt:variant>
      <vt:variant>
        <vt:i4>2</vt:i4>
      </vt:variant>
      <vt:variant>
        <vt:lpstr>슬라이드 제목</vt:lpstr>
      </vt:variant>
      <vt:variant>
        <vt:i4>1</vt:i4>
      </vt:variant>
    </vt:vector>
  </HeadingPairs>
  <TitlesOfParts>
    <vt:vector size="9" baseType="lpstr">
      <vt:lpstr>Noto Sans KR Medium</vt:lpstr>
      <vt:lpstr>Arial</vt:lpstr>
      <vt:lpstr>Arial Black</vt:lpstr>
      <vt:lpstr>Calibri</vt:lpstr>
      <vt:lpstr>Times New Roman</vt:lpstr>
      <vt:lpstr>Trebuchet MS</vt:lpstr>
      <vt:lpstr>A1 Template</vt:lpstr>
      <vt:lpstr>Without Guides</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영준 이</cp:lastModifiedBy>
  <cp:revision>33</cp:revision>
  <cp:lastPrinted>2025-07-27T14:32:38Z</cp:lastPrinted>
  <dcterms:created xsi:type="dcterms:W3CDTF">2012-02-10T00:21:22Z</dcterms:created>
  <dcterms:modified xsi:type="dcterms:W3CDTF">2025-10-31T06:13:34Z</dcterms:modified>
  <cp:category>Research poster templates</cp:category>
</cp:coreProperties>
</file>